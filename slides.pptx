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4" r:id="rId3"/>
    <p:sldMasterId id="2147483675" r:id="rId4"/>
    <p:sldMasterId id="214748367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6858000" cx="12192000"/>
  <p:notesSz cx="6858000" cy="9144000"/>
  <p:embeddedFontLst>
    <p:embeddedFont>
      <p:font typeface="Play"/>
      <p:regular r:id="rId35"/>
      <p:bold r:id="rId36"/>
    </p:embeddedFont>
    <p:embeddedFont>
      <p:font typeface="Arial Black"/>
      <p:regular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3.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Play-regular.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ArialBlack-regular.fntdata"/><Relationship Id="rId14" Type="http://schemas.openxmlformats.org/officeDocument/2006/relationships/slide" Target="slides/slide8.xml"/><Relationship Id="rId36" Type="http://schemas.openxmlformats.org/officeDocument/2006/relationships/font" Target="fonts/Play-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0" i="0" lang="en-GB" sz="1200" u="none" strike="noStrike">
                <a:solidFill>
                  <a:schemeClr val="dk1"/>
                </a:solidFill>
                <a:latin typeface="Arial"/>
                <a:ea typeface="Arial"/>
                <a:cs typeface="Arial"/>
                <a:sym typeface="Arial"/>
              </a:rPr>
              <a:t>Cover title slide using a full UCL Dark Purple colour as the background. The slide layout includes a main heading in the top left corner. The presenters’ names and the date are shown in the bottom left corner. The UCL logo is positioned in the bottom right corner of the slide.</a:t>
            </a:r>
            <a:endParaRPr/>
          </a:p>
        </p:txBody>
      </p:sp>
      <p:sp>
        <p:nvSpPr>
          <p:cNvPr id="183" name="Google Shape;18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0" i="0" lang="en-GB" sz="1200" u="none" strike="noStrike">
                <a:solidFill>
                  <a:schemeClr val="dk1"/>
                </a:solidFill>
                <a:latin typeface="Arial"/>
                <a:ea typeface="Arial"/>
                <a:cs typeface="Arial"/>
                <a:sym typeface="Arial"/>
              </a:rPr>
              <a:t>Divider slide with a one-column layout. A headline is positioned at the top right and body text arranged beneath it. Sits on dark purple background.</a:t>
            </a:r>
            <a:endParaRPr/>
          </a:p>
        </p:txBody>
      </p:sp>
      <p:sp>
        <p:nvSpPr>
          <p:cNvPr id="191" name="Google Shape;19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9656d41ce5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g39656d41ce5_0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0" i="0" lang="en-GB" sz="1200" u="none" strike="noStrike">
                <a:solidFill>
                  <a:schemeClr val="dk1"/>
                </a:solidFill>
                <a:latin typeface="Arial"/>
                <a:ea typeface="Arial"/>
                <a:cs typeface="Arial"/>
                <a:sym typeface="Arial"/>
              </a:rPr>
              <a:t>This content slide features a headline at the top left, followed by two columns, each providing space for an image with accompanying copy beneath.</a:t>
            </a:r>
            <a:endParaRPr/>
          </a:p>
        </p:txBody>
      </p:sp>
      <p:sp>
        <p:nvSpPr>
          <p:cNvPr id="198" name="Google Shape;198;g39656d41ce5_0_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0" i="0" lang="en-GB" sz="1200" u="none" strike="noStrike">
                <a:solidFill>
                  <a:schemeClr val="dk1"/>
                </a:solidFill>
                <a:latin typeface="Arial"/>
                <a:ea typeface="Arial"/>
                <a:cs typeface="Arial"/>
                <a:sym typeface="Arial"/>
              </a:rPr>
              <a:t>This content slide features a headline at the top left, followed by two columns, each providing space for an image with accompanying copy beneath.</a:t>
            </a:r>
            <a:endParaRPr/>
          </a:p>
        </p:txBody>
      </p:sp>
      <p:sp>
        <p:nvSpPr>
          <p:cNvPr id="209" name="Google Shape;20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9656d41ce5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g39656d41ce5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0" i="0" lang="en-GB" sz="1200" u="none" strike="noStrike">
                <a:solidFill>
                  <a:schemeClr val="dk1"/>
                </a:solidFill>
                <a:latin typeface="Arial"/>
                <a:ea typeface="Arial"/>
                <a:cs typeface="Arial"/>
                <a:sym typeface="Arial"/>
              </a:rPr>
              <a:t>This content slide features a headline at the top left, followed by two columns, each providing space for an image with accompanying copy beneath.</a:t>
            </a:r>
            <a:endParaRPr/>
          </a:p>
        </p:txBody>
      </p:sp>
      <p:sp>
        <p:nvSpPr>
          <p:cNvPr id="218" name="Google Shape;218;g39656d41ce5_0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9656d41ce5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g39656d41ce5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0" i="0" lang="en-GB" sz="1200" u="none" strike="noStrike">
                <a:solidFill>
                  <a:schemeClr val="dk1"/>
                </a:solidFill>
                <a:latin typeface="Arial"/>
                <a:ea typeface="Arial"/>
                <a:cs typeface="Arial"/>
                <a:sym typeface="Arial"/>
              </a:rPr>
              <a:t>This content slide features a headline at the top left, followed by two columns, each providing space for an image with accompanying copy beneath.</a:t>
            </a:r>
            <a:endParaRPr/>
          </a:p>
        </p:txBody>
      </p:sp>
      <p:sp>
        <p:nvSpPr>
          <p:cNvPr id="226" name="Google Shape;226;g39656d41ce5_0_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9656d41ce5_6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g39656d41ce5_6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0" i="0" lang="en-GB" sz="1200" u="none" strike="noStrike">
                <a:solidFill>
                  <a:schemeClr val="dk1"/>
                </a:solidFill>
                <a:latin typeface="Arial"/>
                <a:ea typeface="Arial"/>
                <a:cs typeface="Arial"/>
                <a:sym typeface="Arial"/>
              </a:rPr>
              <a:t>This content slide features a headline at the top left, followed by two columns, each providing space for an image with accompanying copy beneath.</a:t>
            </a:r>
            <a:endParaRPr/>
          </a:p>
        </p:txBody>
      </p:sp>
      <p:sp>
        <p:nvSpPr>
          <p:cNvPr id="233" name="Google Shape;233;g39656d41ce5_6_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9656d41ce5_6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g39656d41ce5_6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0" i="0" lang="en-GB" sz="1200" u="none" strike="noStrike">
                <a:solidFill>
                  <a:schemeClr val="dk1"/>
                </a:solidFill>
                <a:latin typeface="Arial"/>
                <a:ea typeface="Arial"/>
                <a:cs typeface="Arial"/>
                <a:sym typeface="Arial"/>
              </a:rPr>
              <a:t>This content slide features a headline at the top left, followed by two columns, each providing space for an image with accompanying copy beneath.</a:t>
            </a:r>
            <a:endParaRPr/>
          </a:p>
        </p:txBody>
      </p:sp>
      <p:sp>
        <p:nvSpPr>
          <p:cNvPr id="245" name="Google Shape;245;g39656d41ce5_6_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9656d41ce5_6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g39656d41ce5_6_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0" i="0" lang="en-GB" sz="1200" u="none" strike="noStrike">
                <a:solidFill>
                  <a:schemeClr val="dk1"/>
                </a:solidFill>
                <a:latin typeface="Arial"/>
                <a:ea typeface="Arial"/>
                <a:cs typeface="Arial"/>
                <a:sym typeface="Arial"/>
              </a:rPr>
              <a:t>This content slide features a headline at the top left, followed by two columns, each providing space for an image with accompanying copy beneath.</a:t>
            </a:r>
            <a:endParaRPr/>
          </a:p>
        </p:txBody>
      </p:sp>
      <p:sp>
        <p:nvSpPr>
          <p:cNvPr id="255" name="Google Shape;255;g39656d41ce5_6_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9656d41ce5_6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g39656d41ce5_6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0" i="0" lang="en-GB" sz="1200" u="none" strike="noStrike">
                <a:solidFill>
                  <a:schemeClr val="dk1"/>
                </a:solidFill>
                <a:latin typeface="Arial"/>
                <a:ea typeface="Arial"/>
                <a:cs typeface="Arial"/>
                <a:sym typeface="Arial"/>
              </a:rPr>
              <a:t>This content slide features a headline at the top left, followed by two columns, each providing space for an image with accompanying copy beneath.</a:t>
            </a:r>
            <a:endParaRPr/>
          </a:p>
        </p:txBody>
      </p:sp>
      <p:sp>
        <p:nvSpPr>
          <p:cNvPr id="264" name="Google Shape;264;g39656d41ce5_6_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9656d41ce5_6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g39656d41ce5_6_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0" i="0" lang="en-GB" sz="1200" u="none" strike="noStrike">
                <a:solidFill>
                  <a:schemeClr val="dk1"/>
                </a:solidFill>
                <a:latin typeface="Arial"/>
                <a:ea typeface="Arial"/>
                <a:cs typeface="Arial"/>
                <a:sym typeface="Arial"/>
              </a:rPr>
              <a:t>This content slide features a headline at the top left, followed by two columns, each providing space for an image with accompanying copy beneath.</a:t>
            </a:r>
            <a:endParaRPr/>
          </a:p>
        </p:txBody>
      </p:sp>
      <p:sp>
        <p:nvSpPr>
          <p:cNvPr id="273" name="Google Shape;273;g39656d41ce5_6_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9656d41ce5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g39656d41ce5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0" i="0" lang="en-GB" sz="1200" u="none" strike="noStrike">
                <a:solidFill>
                  <a:schemeClr val="dk1"/>
                </a:solidFill>
                <a:latin typeface="Arial"/>
                <a:ea typeface="Arial"/>
                <a:cs typeface="Arial"/>
                <a:sym typeface="Arial"/>
              </a:rPr>
              <a:t>Divider slide with a one-column layout. A headline is positioned at the top right and body text arranged beneath it. Sits on dark purple background.</a:t>
            </a:r>
            <a:endParaRPr/>
          </a:p>
        </p:txBody>
      </p:sp>
      <p:sp>
        <p:nvSpPr>
          <p:cNvPr id="285" name="Google Shape;285;g39656d41ce5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9656d41ce5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g39656d41ce5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0" i="0" lang="en-GB" sz="1200" u="none" strike="noStrike">
                <a:solidFill>
                  <a:schemeClr val="dk1"/>
                </a:solidFill>
                <a:latin typeface="Arial"/>
                <a:ea typeface="Arial"/>
                <a:cs typeface="Arial"/>
                <a:sym typeface="Arial"/>
              </a:rPr>
              <a:t>This content slide features a headline at the top left, followed by two columns, each providing space for an image with accompanying copy beneath.</a:t>
            </a:r>
            <a:endParaRPr/>
          </a:p>
        </p:txBody>
      </p:sp>
      <p:sp>
        <p:nvSpPr>
          <p:cNvPr id="292" name="Google Shape;292;g39656d41ce5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d1c17d3a8d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d1c17d3a8d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g3d1c17d3a8d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d1c17d3a8d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d1c17d3a8d_0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g3d1c17d3a8d_0_1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d1c17d3a8d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d1c17d3a8d_0_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g3d1c17d3a8d_0_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d1c0019dc1_2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g3d1c0019dc1_2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0" i="0" lang="en-GB" sz="1200" u="none" strike="noStrike">
                <a:solidFill>
                  <a:schemeClr val="dk1"/>
                </a:solidFill>
                <a:latin typeface="Arial"/>
                <a:ea typeface="Arial"/>
                <a:cs typeface="Arial"/>
                <a:sym typeface="Arial"/>
              </a:rPr>
              <a:t>This content slide features a headline at the top left, followed by two columns, each providing space for an image with accompanying copy beneath.</a:t>
            </a:r>
            <a:endParaRPr/>
          </a:p>
        </p:txBody>
      </p:sp>
      <p:sp>
        <p:nvSpPr>
          <p:cNvPr id="344" name="Google Shape;344;g3d1c0019dc1_2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d1c0019dc1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d1c0019dc1_0_6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 name="Google Shape;352;g3d1c0019dc1_0_6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d1c0019dc1_2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g3d1c0019dc1_2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0" i="0" lang="en-GB" sz="1200" u="none" strike="noStrike">
                <a:solidFill>
                  <a:schemeClr val="dk1"/>
                </a:solidFill>
                <a:latin typeface="Arial"/>
                <a:ea typeface="Arial"/>
                <a:cs typeface="Arial"/>
                <a:sym typeface="Arial"/>
              </a:rPr>
              <a:t>This content slide features a headline at the top left, followed by two columns, each providing space for an image with accompanying copy beneath.</a:t>
            </a:r>
            <a:endParaRPr/>
          </a:p>
        </p:txBody>
      </p:sp>
      <p:sp>
        <p:nvSpPr>
          <p:cNvPr id="359" name="Google Shape;359;g3d1c0019dc1_2_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d1c0019dc1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5" name="Google Shape;365;g3d1c0019dc1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0" i="0" lang="en-GB" sz="1200" u="none" strike="noStrike">
                <a:solidFill>
                  <a:schemeClr val="dk1"/>
                </a:solidFill>
                <a:latin typeface="Arial"/>
                <a:ea typeface="Arial"/>
                <a:cs typeface="Arial"/>
                <a:sym typeface="Arial"/>
              </a:rPr>
              <a:t>This content slide features a headline at the top left, followed by two columns, each providing space for an image with accompanying copy beneath.</a:t>
            </a:r>
            <a:endParaRPr/>
          </a:p>
        </p:txBody>
      </p:sp>
      <p:sp>
        <p:nvSpPr>
          <p:cNvPr id="366" name="Google Shape;366;g3d1c0019dc1_0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d1c0019dc1_2_1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d1c0019dc1_2_1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g3d1c0019dc1_2_17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d1c0019dc1_2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d1c0019dc1_2_6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g3d1c0019dc1_2_6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d1c0019dc1_2_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d1c0019dc1_2_10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g3d1c0019dc1_2_10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d1c0019dc1_2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d1c0019dc1_2_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g3d1c0019dc1_2_7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d1c0019dc1_2_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d1c0019dc1_2_1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g3d1c0019dc1_2_12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d1c0019dc1_2_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d1c0019dc1_2_9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g3d1c0019dc1_2_9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d1c0019dc1_2_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3d1c0019dc1_2_1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g3d1c0019dc1_2_14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d1c0019dc1_2_1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3d1c0019dc1_2_1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g3d1c0019dc1_2_15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CL Instructions - Using the PowerPoint Template">
  <p:cSld name="UCL Instructions - Using the PowerPoint Template">
    <p:spTree>
      <p:nvGrpSpPr>
        <p:cNvPr id="16" name="Shape 16"/>
        <p:cNvGrpSpPr/>
        <p:nvPr/>
      </p:nvGrpSpPr>
      <p:grpSpPr>
        <a:xfrm>
          <a:off x="0" y="0"/>
          <a:ext cx="0" cy="0"/>
          <a:chOff x="0" y="0"/>
          <a:chExt cx="0" cy="0"/>
        </a:xfrm>
      </p:grpSpPr>
      <p:pic>
        <p:nvPicPr>
          <p:cNvPr id="17" name="Google Shape;17;p2"/>
          <p:cNvPicPr preferRelativeResize="0"/>
          <p:nvPr/>
        </p:nvPicPr>
        <p:blipFill rotWithShape="1">
          <a:blip r:embed="rId2">
            <a:alphaModFix/>
          </a:blip>
          <a:srcRect b="0" l="0" r="0" t="0"/>
          <a:stretch/>
        </p:blipFill>
        <p:spPr>
          <a:xfrm>
            <a:off x="10364572" y="6060701"/>
            <a:ext cx="1421688" cy="399052"/>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_Title  - 2/3 line heading and text">
  <p:cSld name="Simple_Title  - 2/3 line heading and text">
    <p:bg>
      <p:bgPr>
        <a:solidFill>
          <a:schemeClr val="accent1"/>
        </a:solidFill>
      </p:bgPr>
    </p:bg>
    <p:spTree>
      <p:nvGrpSpPr>
        <p:cNvPr id="21" name="Shape 21"/>
        <p:cNvGrpSpPr/>
        <p:nvPr/>
      </p:nvGrpSpPr>
      <p:grpSpPr>
        <a:xfrm>
          <a:off x="0" y="0"/>
          <a:ext cx="0" cy="0"/>
          <a:chOff x="0" y="0"/>
          <a:chExt cx="0" cy="0"/>
        </a:xfrm>
      </p:grpSpPr>
      <p:sp>
        <p:nvSpPr>
          <p:cNvPr id="22" name="Google Shape;22;p4"/>
          <p:cNvSpPr txBox="1"/>
          <p:nvPr>
            <p:ph type="ctrTitle"/>
          </p:nvPr>
        </p:nvSpPr>
        <p:spPr>
          <a:xfrm>
            <a:off x="2303463" y="409575"/>
            <a:ext cx="7084422" cy="197467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FAFAFA"/>
              </a:buClr>
              <a:buSzPts val="4200"/>
              <a:buFont typeface="Arial"/>
              <a:buNone/>
              <a:defRPr sz="4200">
                <a:solidFill>
                  <a:srgbClr val="FAFAFA"/>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2303463" y="4473756"/>
            <a:ext cx="6485967" cy="361324"/>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2400"/>
              <a:buNone/>
              <a:defRPr b="0" i="0" sz="24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4" name="Google Shape;24;p4"/>
          <p:cNvSpPr/>
          <p:nvPr/>
        </p:nvSpPr>
        <p:spPr>
          <a:xfrm>
            <a:off x="0" y="0"/>
            <a:ext cx="1354138"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 name="Google Shape;25;p4"/>
          <p:cNvSpPr txBox="1"/>
          <p:nvPr>
            <p:ph idx="2" type="body"/>
          </p:nvPr>
        </p:nvSpPr>
        <p:spPr>
          <a:xfrm>
            <a:off x="2303463" y="4981780"/>
            <a:ext cx="6485967" cy="361324"/>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800"/>
              <a:buNone/>
              <a:defRPr b="0" i="0" sz="18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pic>
        <p:nvPicPr>
          <p:cNvPr descr="UCL logo, University College London" id="26" name="Google Shape;26;p4"/>
          <p:cNvPicPr preferRelativeResize="0"/>
          <p:nvPr/>
        </p:nvPicPr>
        <p:blipFill rotWithShape="1">
          <a:blip r:embed="rId2">
            <a:alphaModFix/>
          </a:blip>
          <a:srcRect b="0" l="0" r="0" t="0"/>
          <a:stretch/>
        </p:blipFill>
        <p:spPr>
          <a:xfrm>
            <a:off x="8941455" y="5661248"/>
            <a:ext cx="2844805" cy="79850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_Title  - Faculty, School Department 2/3 line heading and text">
  <p:cSld name="Simple_Title  - Faculty, School Department 2/3 line heading and text">
    <p:bg>
      <p:bgPr>
        <a:solidFill>
          <a:schemeClr val="accent1"/>
        </a:solidFill>
      </p:bgPr>
    </p:bg>
    <p:spTree>
      <p:nvGrpSpPr>
        <p:cNvPr id="27" name="Shape 27"/>
        <p:cNvGrpSpPr/>
        <p:nvPr/>
      </p:nvGrpSpPr>
      <p:grpSpPr>
        <a:xfrm>
          <a:off x="0" y="0"/>
          <a:ext cx="0" cy="0"/>
          <a:chOff x="0" y="0"/>
          <a:chExt cx="0" cy="0"/>
        </a:xfrm>
      </p:grpSpPr>
      <p:sp>
        <p:nvSpPr>
          <p:cNvPr id="28" name="Google Shape;28;p5"/>
          <p:cNvSpPr txBox="1"/>
          <p:nvPr>
            <p:ph type="ctrTitle"/>
          </p:nvPr>
        </p:nvSpPr>
        <p:spPr>
          <a:xfrm>
            <a:off x="2303463" y="409575"/>
            <a:ext cx="7084422" cy="197467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FAFAFA"/>
              </a:buClr>
              <a:buSzPts val="4200"/>
              <a:buFont typeface="Arial"/>
              <a:buNone/>
              <a:defRPr sz="4200">
                <a:solidFill>
                  <a:srgbClr val="FAFAFA"/>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2303463" y="3627624"/>
            <a:ext cx="6485967" cy="361324"/>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2400"/>
              <a:buNone/>
              <a:defRPr b="0" i="0" sz="24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5"/>
          <p:cNvSpPr txBox="1"/>
          <p:nvPr>
            <p:ph idx="2" type="body"/>
          </p:nvPr>
        </p:nvSpPr>
        <p:spPr>
          <a:xfrm>
            <a:off x="2303463" y="4135648"/>
            <a:ext cx="6485967" cy="361324"/>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800"/>
              <a:buNone/>
              <a:defRPr b="0" i="0" sz="18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1" name="Google Shape;31;p5"/>
          <p:cNvSpPr txBox="1"/>
          <p:nvPr>
            <p:ph idx="3" type="body"/>
          </p:nvPr>
        </p:nvSpPr>
        <p:spPr>
          <a:xfrm>
            <a:off x="2273719" y="5854933"/>
            <a:ext cx="6240809" cy="58278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800"/>
              <a:buNone/>
              <a:defRPr b="0" i="0" sz="18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2" name="Google Shape;32;p5"/>
          <p:cNvSpPr/>
          <p:nvPr/>
        </p:nvSpPr>
        <p:spPr>
          <a:xfrm>
            <a:off x="0" y="0"/>
            <a:ext cx="1354138"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UCL logo, University College London" id="33" name="Google Shape;33;p5"/>
          <p:cNvPicPr preferRelativeResize="0"/>
          <p:nvPr/>
        </p:nvPicPr>
        <p:blipFill rotWithShape="1">
          <a:blip r:embed="rId2">
            <a:alphaModFix/>
          </a:blip>
          <a:srcRect b="0" l="0" r="0" t="0"/>
          <a:stretch/>
        </p:blipFill>
        <p:spPr>
          <a:xfrm>
            <a:off x="8941455" y="5661248"/>
            <a:ext cx="2844805" cy="79850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imple_Title -2-3 line heading and image">
  <p:cSld name="1_Simple_Title -2-3 line heading and image">
    <p:bg>
      <p:bgPr>
        <a:solidFill>
          <a:schemeClr val="accent1"/>
        </a:solidFill>
      </p:bgPr>
    </p:bg>
    <p:spTree>
      <p:nvGrpSpPr>
        <p:cNvPr id="34" name="Shape 34"/>
        <p:cNvGrpSpPr/>
        <p:nvPr/>
      </p:nvGrpSpPr>
      <p:grpSpPr>
        <a:xfrm>
          <a:off x="0" y="0"/>
          <a:ext cx="0" cy="0"/>
          <a:chOff x="0" y="0"/>
          <a:chExt cx="0" cy="0"/>
        </a:xfrm>
      </p:grpSpPr>
      <p:sp>
        <p:nvSpPr>
          <p:cNvPr id="35" name="Google Shape;35;p6"/>
          <p:cNvSpPr/>
          <p:nvPr>
            <p:ph idx="2" type="pic"/>
          </p:nvPr>
        </p:nvSpPr>
        <p:spPr>
          <a:xfrm>
            <a:off x="1354138" y="2852936"/>
            <a:ext cx="10837862" cy="4005064"/>
          </a:xfrm>
          <a:prstGeom prst="rect">
            <a:avLst/>
          </a:prstGeom>
          <a:noFill/>
          <a:ln>
            <a:noFill/>
          </a:ln>
        </p:spPr>
      </p:sp>
      <p:sp>
        <p:nvSpPr>
          <p:cNvPr id="36" name="Google Shape;36;p6"/>
          <p:cNvSpPr txBox="1"/>
          <p:nvPr>
            <p:ph type="ctrTitle"/>
          </p:nvPr>
        </p:nvSpPr>
        <p:spPr>
          <a:xfrm>
            <a:off x="2303463" y="409575"/>
            <a:ext cx="7084422" cy="197467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FAFAFA"/>
              </a:buClr>
              <a:buSzPts val="4200"/>
              <a:buFont typeface="Arial"/>
              <a:buNone/>
              <a:defRPr sz="4200">
                <a:solidFill>
                  <a:srgbClr val="FAFAFA"/>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6"/>
          <p:cNvSpPr/>
          <p:nvPr/>
        </p:nvSpPr>
        <p:spPr>
          <a:xfrm>
            <a:off x="0" y="0"/>
            <a:ext cx="1354138"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UCL logo, University College London" id="38" name="Google Shape;38;p6"/>
          <p:cNvSpPr/>
          <p:nvPr/>
        </p:nvSpPr>
        <p:spPr>
          <a:xfrm>
            <a:off x="8937625" y="5653541"/>
            <a:ext cx="2843213" cy="798059"/>
          </a:xfrm>
          <a:prstGeom prst="rect">
            <a:avLst/>
          </a:prstGeom>
          <a:solidFill>
            <a:srgbClr val="FFFFFF"/>
          </a:solid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imple_Divider2 – 1 column title, subheading, text">
  <p:cSld name="1_Simple_Divider2 – 1 column title, subheading, text">
    <p:bg>
      <p:bgPr>
        <a:solidFill>
          <a:schemeClr val="accent1"/>
        </a:solidFill>
      </p:bgPr>
    </p:bg>
    <p:spTree>
      <p:nvGrpSpPr>
        <p:cNvPr id="39" name="Shape 39"/>
        <p:cNvGrpSpPr/>
        <p:nvPr/>
      </p:nvGrpSpPr>
      <p:grpSpPr>
        <a:xfrm>
          <a:off x="0" y="0"/>
          <a:ext cx="0" cy="0"/>
          <a:chOff x="0" y="0"/>
          <a:chExt cx="0" cy="0"/>
        </a:xfrm>
      </p:grpSpPr>
      <p:sp>
        <p:nvSpPr>
          <p:cNvPr id="40" name="Google Shape;40;p7"/>
          <p:cNvSpPr txBox="1"/>
          <p:nvPr>
            <p:ph type="ctrTitle"/>
          </p:nvPr>
        </p:nvSpPr>
        <p:spPr>
          <a:xfrm>
            <a:off x="5735960" y="409575"/>
            <a:ext cx="3757703" cy="1830294"/>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FAFAFA"/>
              </a:buClr>
              <a:buSzPts val="3600"/>
              <a:buFont typeface="Arial"/>
              <a:buNone/>
              <a:defRPr sz="3600">
                <a:solidFill>
                  <a:srgbClr val="FAFAFA"/>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7"/>
          <p:cNvSpPr txBox="1"/>
          <p:nvPr>
            <p:ph idx="1" type="body"/>
          </p:nvPr>
        </p:nvSpPr>
        <p:spPr>
          <a:xfrm>
            <a:off x="5735960" y="2422525"/>
            <a:ext cx="3757703" cy="10064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3"/>
              </a:buClr>
              <a:buSzPts val="2400"/>
              <a:buNone/>
              <a:defRPr b="0" i="0" sz="2400">
                <a:solidFill>
                  <a:schemeClr val="accent3"/>
                </a:solidFill>
                <a:latin typeface="Arial"/>
                <a:ea typeface="Arial"/>
                <a:cs typeface="Arial"/>
                <a:sym typeface="Aria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42" name="Google Shape;42;p7"/>
          <p:cNvSpPr txBox="1"/>
          <p:nvPr>
            <p:ph idx="2" type="body"/>
          </p:nvPr>
        </p:nvSpPr>
        <p:spPr>
          <a:xfrm>
            <a:off x="5735960" y="4510352"/>
            <a:ext cx="3757703" cy="934774"/>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800"/>
              <a:buNone/>
              <a:defRPr b="0" i="0" sz="18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descr="Add a clear, concise statement describing the main purpose of the image" id="43" name="Google Shape;43;p7"/>
          <p:cNvSpPr/>
          <p:nvPr>
            <p:ph idx="3" type="pic"/>
          </p:nvPr>
        </p:nvSpPr>
        <p:spPr>
          <a:xfrm>
            <a:off x="0" y="20073"/>
            <a:ext cx="4738687" cy="6858000"/>
          </a:xfrm>
          <a:prstGeom prst="rect">
            <a:avLst/>
          </a:prstGeom>
          <a:noFill/>
          <a:ln>
            <a:noFill/>
          </a:ln>
        </p:spPr>
      </p:sp>
      <p:pic>
        <p:nvPicPr>
          <p:cNvPr id="44" name="Google Shape;44;p7"/>
          <p:cNvPicPr preferRelativeResize="0"/>
          <p:nvPr/>
        </p:nvPicPr>
        <p:blipFill rotWithShape="1">
          <a:blip r:embed="rId2">
            <a:alphaModFix/>
          </a:blip>
          <a:srcRect b="0" l="0" r="0" t="0"/>
          <a:stretch/>
        </p:blipFill>
        <p:spPr>
          <a:xfrm>
            <a:off x="10364572" y="6060701"/>
            <a:ext cx="1421688" cy="399052"/>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_Divider1 – 1 column title, subheading, text">
  <p:cSld name="Simple_Divider1 – 1 column title, subheading, text">
    <p:bg>
      <p:bgPr>
        <a:solidFill>
          <a:schemeClr val="accent1"/>
        </a:solidFill>
      </p:bgPr>
    </p:bg>
    <p:spTree>
      <p:nvGrpSpPr>
        <p:cNvPr id="45" name="Shape 45"/>
        <p:cNvGrpSpPr/>
        <p:nvPr/>
      </p:nvGrpSpPr>
      <p:grpSpPr>
        <a:xfrm>
          <a:off x="0" y="0"/>
          <a:ext cx="0" cy="0"/>
          <a:chOff x="0" y="0"/>
          <a:chExt cx="0" cy="0"/>
        </a:xfrm>
      </p:grpSpPr>
      <p:sp>
        <p:nvSpPr>
          <p:cNvPr id="46" name="Google Shape;46;p8"/>
          <p:cNvSpPr txBox="1"/>
          <p:nvPr>
            <p:ph type="ctrTitle"/>
          </p:nvPr>
        </p:nvSpPr>
        <p:spPr>
          <a:xfrm>
            <a:off x="409575" y="409575"/>
            <a:ext cx="3757703" cy="1830294"/>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FAFAFA"/>
              </a:buClr>
              <a:buSzPts val="3600"/>
              <a:buFont typeface="Arial"/>
              <a:buNone/>
              <a:defRPr sz="3600">
                <a:solidFill>
                  <a:srgbClr val="FAFAFA"/>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8"/>
          <p:cNvSpPr txBox="1"/>
          <p:nvPr>
            <p:ph idx="1" type="body"/>
          </p:nvPr>
        </p:nvSpPr>
        <p:spPr>
          <a:xfrm>
            <a:off x="409575" y="2422525"/>
            <a:ext cx="3757703" cy="10064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3"/>
              </a:buClr>
              <a:buSzPts val="2400"/>
              <a:buNone/>
              <a:defRPr b="0" i="0" sz="2400">
                <a:solidFill>
                  <a:schemeClr val="accent3"/>
                </a:solidFill>
                <a:latin typeface="Arial"/>
                <a:ea typeface="Arial"/>
                <a:cs typeface="Arial"/>
                <a:sym typeface="Aria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48" name="Google Shape;48;p8"/>
          <p:cNvSpPr txBox="1"/>
          <p:nvPr>
            <p:ph idx="2" type="body"/>
          </p:nvPr>
        </p:nvSpPr>
        <p:spPr>
          <a:xfrm>
            <a:off x="409575" y="4510352"/>
            <a:ext cx="3757703" cy="934774"/>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800"/>
              <a:buNone/>
              <a:defRPr b="0" i="0" sz="18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descr="Add a clear, concise statement describing the main purpose of the image" id="49" name="Google Shape;49;p8"/>
          <p:cNvSpPr/>
          <p:nvPr>
            <p:ph idx="3" type="pic"/>
          </p:nvPr>
        </p:nvSpPr>
        <p:spPr>
          <a:xfrm>
            <a:off x="5145088" y="20073"/>
            <a:ext cx="4738687" cy="6858000"/>
          </a:xfrm>
          <a:prstGeom prst="rect">
            <a:avLst/>
          </a:prstGeom>
          <a:noFill/>
          <a:ln>
            <a:noFill/>
          </a:ln>
        </p:spPr>
      </p:sp>
      <p:pic>
        <p:nvPicPr>
          <p:cNvPr id="50" name="Google Shape;50;p8"/>
          <p:cNvPicPr preferRelativeResize="0"/>
          <p:nvPr/>
        </p:nvPicPr>
        <p:blipFill rotWithShape="1">
          <a:blip r:embed="rId2">
            <a:alphaModFix/>
          </a:blip>
          <a:srcRect b="0" l="0" r="0" t="0"/>
          <a:stretch/>
        </p:blipFill>
        <p:spPr>
          <a:xfrm>
            <a:off x="10364572" y="6060701"/>
            <a:ext cx="1421688" cy="399052"/>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_Content – 1 column title and text">
  <p:cSld name="Simple_Content – 1 column title and text">
    <p:bg>
      <p:bgPr>
        <a:solidFill>
          <a:schemeClr val="lt1"/>
        </a:solidFill>
      </p:bgPr>
    </p:bg>
    <p:spTree>
      <p:nvGrpSpPr>
        <p:cNvPr id="51" name="Shape 51"/>
        <p:cNvGrpSpPr/>
        <p:nvPr/>
      </p:nvGrpSpPr>
      <p:grpSpPr>
        <a:xfrm>
          <a:off x="0" y="0"/>
          <a:ext cx="0" cy="0"/>
          <a:chOff x="0" y="0"/>
          <a:chExt cx="0" cy="0"/>
        </a:xfrm>
      </p:grpSpPr>
      <p:sp>
        <p:nvSpPr>
          <p:cNvPr id="52" name="Google Shape;52;p9"/>
          <p:cNvSpPr txBox="1"/>
          <p:nvPr>
            <p:ph type="ctrTitle"/>
          </p:nvPr>
        </p:nvSpPr>
        <p:spPr>
          <a:xfrm>
            <a:off x="431819" y="409575"/>
            <a:ext cx="7550693" cy="10096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accent1"/>
              </a:buClr>
              <a:buSzPts val="3600"/>
              <a:buFont typeface="Arial"/>
              <a:buNone/>
              <a:defRPr sz="36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9"/>
          <p:cNvSpPr txBox="1"/>
          <p:nvPr>
            <p:ph idx="1" type="body"/>
          </p:nvPr>
        </p:nvSpPr>
        <p:spPr>
          <a:xfrm>
            <a:off x="440783" y="1916825"/>
            <a:ext cx="7550692" cy="35283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1000"/>
              </a:spcBef>
              <a:spcAft>
                <a:spcPts val="0"/>
              </a:spcAft>
              <a:buClr>
                <a:schemeClr val="dk1"/>
              </a:buClr>
              <a:buSzPts val="1800"/>
              <a:buFont typeface="Noto Sans Symbols"/>
              <a:buNone/>
              <a:defRPr sz="1800"/>
            </a:lvl1pPr>
            <a:lvl2pPr indent="-342900" lvl="1" marL="914400" algn="l">
              <a:lnSpc>
                <a:spcPct val="90000"/>
              </a:lnSpc>
              <a:spcBef>
                <a:spcPts val="500"/>
              </a:spcBef>
              <a:spcAft>
                <a:spcPts val="0"/>
              </a:spcAft>
              <a:buClr>
                <a:schemeClr val="dk1"/>
              </a:buClr>
              <a:buSzPts val="1800"/>
              <a:buFont typeface="Noto Sans Symbols"/>
              <a:buChar char="▪"/>
              <a:defRPr sz="1800"/>
            </a:lvl2pPr>
            <a:lvl3pPr indent="-342900" lvl="2" marL="1371600" algn="l">
              <a:lnSpc>
                <a:spcPct val="90000"/>
              </a:lnSpc>
              <a:spcBef>
                <a:spcPts val="500"/>
              </a:spcBef>
              <a:spcAft>
                <a:spcPts val="0"/>
              </a:spcAft>
              <a:buClr>
                <a:schemeClr val="dk1"/>
              </a:buClr>
              <a:buSzPts val="1800"/>
              <a:buFont typeface="Noto Sans Symbols"/>
              <a:buChar char="▪"/>
              <a:defRPr sz="1800"/>
            </a:lvl3pPr>
            <a:lvl4pPr indent="-342900" lvl="3" marL="1828800" algn="l">
              <a:lnSpc>
                <a:spcPct val="90000"/>
              </a:lnSpc>
              <a:spcBef>
                <a:spcPts val="500"/>
              </a:spcBef>
              <a:spcAft>
                <a:spcPts val="0"/>
              </a:spcAft>
              <a:buClr>
                <a:schemeClr val="dk1"/>
              </a:buClr>
              <a:buSzPts val="1800"/>
              <a:buFont typeface="Noto Sans Symbols"/>
              <a:buChar char="▪"/>
              <a:defRPr sz="1800"/>
            </a:lvl4pPr>
            <a:lvl5pPr indent="-342900" lvl="4" marL="2286000" algn="l">
              <a:lnSpc>
                <a:spcPct val="90000"/>
              </a:lnSpc>
              <a:spcBef>
                <a:spcPts val="500"/>
              </a:spcBef>
              <a:spcAft>
                <a:spcPts val="0"/>
              </a:spcAft>
              <a:buClr>
                <a:schemeClr val="dk1"/>
              </a:buClr>
              <a:buSzPts val="1800"/>
              <a:buFont typeface="Noto Sans Symbols"/>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54" name="Google Shape;54;p9"/>
          <p:cNvPicPr preferRelativeResize="0"/>
          <p:nvPr/>
        </p:nvPicPr>
        <p:blipFill rotWithShape="1">
          <a:blip r:embed="rId2">
            <a:alphaModFix/>
          </a:blip>
          <a:srcRect b="0" l="0" r="0" t="0"/>
          <a:stretch/>
        </p:blipFill>
        <p:spPr>
          <a:xfrm>
            <a:off x="10364572" y="6060701"/>
            <a:ext cx="1421688" cy="399052"/>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full page image full colour logo">
  <p:cSld name="Content – full page image full colour logo">
    <p:spTree>
      <p:nvGrpSpPr>
        <p:cNvPr id="55" name="Shape 55"/>
        <p:cNvGrpSpPr/>
        <p:nvPr/>
      </p:nvGrpSpPr>
      <p:grpSpPr>
        <a:xfrm>
          <a:off x="0" y="0"/>
          <a:ext cx="0" cy="0"/>
          <a:chOff x="0" y="0"/>
          <a:chExt cx="0" cy="0"/>
        </a:xfrm>
      </p:grpSpPr>
      <p:sp>
        <p:nvSpPr>
          <p:cNvPr descr="Add a clear, concise statement describing the main purpose of the image" id="56" name="Google Shape;56;p10"/>
          <p:cNvSpPr/>
          <p:nvPr>
            <p:ph idx="2" type="pic"/>
          </p:nvPr>
        </p:nvSpPr>
        <p:spPr>
          <a:xfrm>
            <a:off x="0" y="0"/>
            <a:ext cx="12192000" cy="6858000"/>
          </a:xfrm>
          <a:prstGeom prst="rect">
            <a:avLst/>
          </a:prstGeom>
          <a:noFill/>
          <a:ln>
            <a:noFill/>
          </a:ln>
        </p:spPr>
      </p:sp>
      <p:pic>
        <p:nvPicPr>
          <p:cNvPr id="57" name="Google Shape;57;p10"/>
          <p:cNvPicPr preferRelativeResize="0"/>
          <p:nvPr/>
        </p:nvPicPr>
        <p:blipFill rotWithShape="1">
          <a:blip r:embed="rId2">
            <a:alphaModFix/>
          </a:blip>
          <a:srcRect b="0" l="0" r="0" t="0"/>
          <a:stretch/>
        </p:blipFill>
        <p:spPr>
          <a:xfrm>
            <a:off x="10364572" y="6060701"/>
            <a:ext cx="1421688" cy="399052"/>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_Content – 2 column title and subheading and text">
  <p:cSld name="Simple_Content – 2 column title and subheading and text">
    <p:bg>
      <p:bgPr>
        <a:solidFill>
          <a:schemeClr val="lt1"/>
        </a:solidFill>
      </p:bgPr>
    </p:bg>
    <p:spTree>
      <p:nvGrpSpPr>
        <p:cNvPr id="58" name="Shape 58"/>
        <p:cNvGrpSpPr/>
        <p:nvPr/>
      </p:nvGrpSpPr>
      <p:grpSpPr>
        <a:xfrm>
          <a:off x="0" y="0"/>
          <a:ext cx="0" cy="0"/>
          <a:chOff x="0" y="0"/>
          <a:chExt cx="0" cy="0"/>
        </a:xfrm>
      </p:grpSpPr>
      <p:sp>
        <p:nvSpPr>
          <p:cNvPr id="59" name="Google Shape;59;p11"/>
          <p:cNvSpPr txBox="1"/>
          <p:nvPr>
            <p:ph type="ctrTitle"/>
          </p:nvPr>
        </p:nvSpPr>
        <p:spPr>
          <a:xfrm>
            <a:off x="418745" y="409575"/>
            <a:ext cx="7572730" cy="10096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accent1"/>
              </a:buClr>
              <a:buSzPts val="3600"/>
              <a:buFont typeface="Arial"/>
              <a:buNone/>
              <a:defRPr sz="36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1"/>
          <p:cNvSpPr txBox="1"/>
          <p:nvPr>
            <p:ph idx="1" type="body"/>
          </p:nvPr>
        </p:nvSpPr>
        <p:spPr>
          <a:xfrm>
            <a:off x="427709" y="1916825"/>
            <a:ext cx="3321240" cy="35283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1"/>
              </a:buClr>
              <a:buSzPts val="2400"/>
              <a:buFont typeface="Noto Sans Symbols"/>
              <a:buNone/>
              <a:defRPr sz="2400">
                <a:solidFill>
                  <a:schemeClr val="accent1"/>
                </a:solidFill>
              </a:defRPr>
            </a:lvl1pPr>
            <a:lvl2pPr indent="-342900" lvl="1" marL="914400" algn="l">
              <a:lnSpc>
                <a:spcPct val="90000"/>
              </a:lnSpc>
              <a:spcBef>
                <a:spcPts val="500"/>
              </a:spcBef>
              <a:spcAft>
                <a:spcPts val="0"/>
              </a:spcAft>
              <a:buClr>
                <a:schemeClr val="dk1"/>
              </a:buClr>
              <a:buSzPts val="1800"/>
              <a:buFont typeface="Noto Sans Symbols"/>
              <a:buChar char="▪"/>
              <a:defRPr sz="1800"/>
            </a:lvl2pPr>
            <a:lvl3pPr indent="-342900" lvl="2" marL="1371600" algn="l">
              <a:lnSpc>
                <a:spcPct val="90000"/>
              </a:lnSpc>
              <a:spcBef>
                <a:spcPts val="500"/>
              </a:spcBef>
              <a:spcAft>
                <a:spcPts val="0"/>
              </a:spcAft>
              <a:buClr>
                <a:schemeClr val="dk1"/>
              </a:buClr>
              <a:buSzPts val="1800"/>
              <a:buFont typeface="Noto Sans Symbols"/>
              <a:buChar char="▪"/>
              <a:defRPr sz="1800"/>
            </a:lvl3pPr>
            <a:lvl4pPr indent="-342900" lvl="3" marL="1828800" algn="l">
              <a:lnSpc>
                <a:spcPct val="90000"/>
              </a:lnSpc>
              <a:spcBef>
                <a:spcPts val="500"/>
              </a:spcBef>
              <a:spcAft>
                <a:spcPts val="0"/>
              </a:spcAft>
              <a:buClr>
                <a:schemeClr val="dk1"/>
              </a:buClr>
              <a:buSzPts val="1800"/>
              <a:buFont typeface="Noto Sans Symbols"/>
              <a:buChar char="▪"/>
              <a:defRPr sz="1800"/>
            </a:lvl4pPr>
            <a:lvl5pPr indent="-342900" lvl="4" marL="2286000" algn="l">
              <a:lnSpc>
                <a:spcPct val="90000"/>
              </a:lnSpc>
              <a:spcBef>
                <a:spcPts val="500"/>
              </a:spcBef>
              <a:spcAft>
                <a:spcPts val="0"/>
              </a:spcAft>
              <a:buClr>
                <a:schemeClr val="dk1"/>
              </a:buClr>
              <a:buSzPts val="1800"/>
              <a:buFont typeface="Noto Sans Symbols"/>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11"/>
          <p:cNvSpPr txBox="1"/>
          <p:nvPr>
            <p:ph idx="2" type="body"/>
          </p:nvPr>
        </p:nvSpPr>
        <p:spPr>
          <a:xfrm>
            <a:off x="4670235" y="1916825"/>
            <a:ext cx="3321240" cy="35283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1"/>
              </a:buClr>
              <a:buSzPts val="1800"/>
              <a:buFont typeface="Noto Sans Symbols"/>
              <a:buNone/>
              <a:defRPr sz="1800">
                <a:solidFill>
                  <a:schemeClr val="dk1"/>
                </a:solidFill>
              </a:defRPr>
            </a:lvl1pPr>
            <a:lvl2pPr indent="-342900" lvl="1" marL="914400" algn="l">
              <a:lnSpc>
                <a:spcPct val="90000"/>
              </a:lnSpc>
              <a:spcBef>
                <a:spcPts val="500"/>
              </a:spcBef>
              <a:spcAft>
                <a:spcPts val="0"/>
              </a:spcAft>
              <a:buClr>
                <a:schemeClr val="dk1"/>
              </a:buClr>
              <a:buSzPts val="1800"/>
              <a:buFont typeface="Noto Sans Symbols"/>
              <a:buChar char="▪"/>
              <a:defRPr sz="1800"/>
            </a:lvl2pPr>
            <a:lvl3pPr indent="-342900" lvl="2" marL="1371600" algn="l">
              <a:lnSpc>
                <a:spcPct val="90000"/>
              </a:lnSpc>
              <a:spcBef>
                <a:spcPts val="500"/>
              </a:spcBef>
              <a:spcAft>
                <a:spcPts val="0"/>
              </a:spcAft>
              <a:buClr>
                <a:schemeClr val="dk1"/>
              </a:buClr>
              <a:buSzPts val="1800"/>
              <a:buFont typeface="Noto Sans Symbols"/>
              <a:buChar char="▪"/>
              <a:defRPr sz="1800"/>
            </a:lvl3pPr>
            <a:lvl4pPr indent="-342900" lvl="3" marL="1828800" algn="l">
              <a:lnSpc>
                <a:spcPct val="90000"/>
              </a:lnSpc>
              <a:spcBef>
                <a:spcPts val="500"/>
              </a:spcBef>
              <a:spcAft>
                <a:spcPts val="0"/>
              </a:spcAft>
              <a:buClr>
                <a:schemeClr val="dk1"/>
              </a:buClr>
              <a:buSzPts val="1800"/>
              <a:buFont typeface="Noto Sans Symbols"/>
              <a:buChar char="▪"/>
              <a:defRPr sz="1800"/>
            </a:lvl4pPr>
            <a:lvl5pPr indent="-342900" lvl="4" marL="2286000" algn="l">
              <a:lnSpc>
                <a:spcPct val="90000"/>
              </a:lnSpc>
              <a:spcBef>
                <a:spcPts val="500"/>
              </a:spcBef>
              <a:spcAft>
                <a:spcPts val="0"/>
              </a:spcAft>
              <a:buClr>
                <a:schemeClr val="dk1"/>
              </a:buClr>
              <a:buSzPts val="1800"/>
              <a:buFont typeface="Noto Sans Symbols"/>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62" name="Google Shape;62;p11"/>
          <p:cNvPicPr preferRelativeResize="0"/>
          <p:nvPr/>
        </p:nvPicPr>
        <p:blipFill rotWithShape="1">
          <a:blip r:embed="rId2">
            <a:alphaModFix/>
          </a:blip>
          <a:srcRect b="0" l="0" r="0" t="0"/>
          <a:stretch/>
        </p:blipFill>
        <p:spPr>
          <a:xfrm>
            <a:off x="10364572" y="6060701"/>
            <a:ext cx="1421688" cy="399052"/>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_Content – 1 column title subheading, charts, images, graphs">
  <p:cSld name="Simple_Content – 1 column title subheading, charts, images, graphs">
    <p:bg>
      <p:bgPr>
        <a:solidFill>
          <a:schemeClr val="lt1"/>
        </a:solidFill>
      </p:bgPr>
    </p:bg>
    <p:spTree>
      <p:nvGrpSpPr>
        <p:cNvPr id="63" name="Shape 63"/>
        <p:cNvGrpSpPr/>
        <p:nvPr/>
      </p:nvGrpSpPr>
      <p:grpSpPr>
        <a:xfrm>
          <a:off x="0" y="0"/>
          <a:ext cx="0" cy="0"/>
          <a:chOff x="0" y="0"/>
          <a:chExt cx="0" cy="0"/>
        </a:xfrm>
      </p:grpSpPr>
      <p:sp>
        <p:nvSpPr>
          <p:cNvPr id="64" name="Google Shape;64;p12"/>
          <p:cNvSpPr txBox="1"/>
          <p:nvPr>
            <p:ph type="ctrTitle"/>
          </p:nvPr>
        </p:nvSpPr>
        <p:spPr>
          <a:xfrm>
            <a:off x="409576" y="409575"/>
            <a:ext cx="7583834" cy="10096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accent1"/>
              </a:buClr>
              <a:buSzPts val="3600"/>
              <a:buFont typeface="Arial"/>
              <a:buNone/>
              <a:defRPr sz="36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2"/>
          <p:cNvSpPr txBox="1"/>
          <p:nvPr>
            <p:ph idx="1" type="body"/>
          </p:nvPr>
        </p:nvSpPr>
        <p:spPr>
          <a:xfrm>
            <a:off x="418539" y="1916826"/>
            <a:ext cx="7572936" cy="3758834"/>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800"/>
              <a:buNone/>
              <a:defRPr sz="18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66" name="Google Shape;66;p12"/>
          <p:cNvPicPr preferRelativeResize="0"/>
          <p:nvPr/>
        </p:nvPicPr>
        <p:blipFill rotWithShape="1">
          <a:blip r:embed="rId2">
            <a:alphaModFix/>
          </a:blip>
          <a:srcRect b="0" l="0" r="0" t="0"/>
          <a:stretch/>
        </p:blipFill>
        <p:spPr>
          <a:xfrm>
            <a:off x="10364572" y="6060701"/>
            <a:ext cx="1421688" cy="399052"/>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_Content – 3 column title and bullet text">
  <p:cSld name="Simple_Content – 3 column title and bullet text">
    <p:bg>
      <p:bgPr>
        <a:solidFill>
          <a:schemeClr val="lt1"/>
        </a:solidFill>
      </p:bgPr>
    </p:bg>
    <p:spTree>
      <p:nvGrpSpPr>
        <p:cNvPr id="67" name="Shape 67"/>
        <p:cNvGrpSpPr/>
        <p:nvPr/>
      </p:nvGrpSpPr>
      <p:grpSpPr>
        <a:xfrm>
          <a:off x="0" y="0"/>
          <a:ext cx="0" cy="0"/>
          <a:chOff x="0" y="0"/>
          <a:chExt cx="0" cy="0"/>
        </a:xfrm>
      </p:grpSpPr>
      <p:sp>
        <p:nvSpPr>
          <p:cNvPr id="68" name="Google Shape;68;p13"/>
          <p:cNvSpPr txBox="1"/>
          <p:nvPr>
            <p:ph type="ctrTitle"/>
          </p:nvPr>
        </p:nvSpPr>
        <p:spPr>
          <a:xfrm>
            <a:off x="398531" y="409575"/>
            <a:ext cx="3797231" cy="1830294"/>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accent1"/>
              </a:buClr>
              <a:buSzPts val="3600"/>
              <a:buFont typeface="Arial"/>
              <a:buNone/>
              <a:defRPr sz="36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3"/>
          <p:cNvSpPr txBox="1"/>
          <p:nvPr>
            <p:ph idx="1" type="body"/>
          </p:nvPr>
        </p:nvSpPr>
        <p:spPr>
          <a:xfrm>
            <a:off x="5156981" y="409575"/>
            <a:ext cx="2840039" cy="129123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Font typeface="Noto Sans Symbols"/>
              <a:buChar char="▪"/>
              <a:defRPr sz="1800"/>
            </a:lvl1pPr>
            <a:lvl2pPr indent="-342900" lvl="1" marL="914400" algn="l">
              <a:lnSpc>
                <a:spcPct val="90000"/>
              </a:lnSpc>
              <a:spcBef>
                <a:spcPts val="500"/>
              </a:spcBef>
              <a:spcAft>
                <a:spcPts val="0"/>
              </a:spcAft>
              <a:buClr>
                <a:schemeClr val="dk1"/>
              </a:buClr>
              <a:buSzPts val="1800"/>
              <a:buFont typeface="Noto Sans Symbols"/>
              <a:buChar char="▪"/>
              <a:defRPr sz="1800"/>
            </a:lvl2pPr>
            <a:lvl3pPr indent="-342900" lvl="2" marL="1371600" algn="l">
              <a:lnSpc>
                <a:spcPct val="90000"/>
              </a:lnSpc>
              <a:spcBef>
                <a:spcPts val="500"/>
              </a:spcBef>
              <a:spcAft>
                <a:spcPts val="0"/>
              </a:spcAft>
              <a:buClr>
                <a:schemeClr val="dk1"/>
              </a:buClr>
              <a:buSzPts val="1800"/>
              <a:buFont typeface="Noto Sans Symbols"/>
              <a:buChar char="▪"/>
              <a:defRPr sz="1800"/>
            </a:lvl3pPr>
            <a:lvl4pPr indent="-342900" lvl="3" marL="1828800" algn="l">
              <a:lnSpc>
                <a:spcPct val="90000"/>
              </a:lnSpc>
              <a:spcBef>
                <a:spcPts val="500"/>
              </a:spcBef>
              <a:spcAft>
                <a:spcPts val="0"/>
              </a:spcAft>
              <a:buClr>
                <a:schemeClr val="dk1"/>
              </a:buClr>
              <a:buSzPts val="1800"/>
              <a:buFont typeface="Noto Sans Symbols"/>
              <a:buChar char="▪"/>
              <a:defRPr sz="1800"/>
            </a:lvl4pPr>
            <a:lvl5pPr indent="-342900" lvl="4" marL="2286000" algn="l">
              <a:lnSpc>
                <a:spcPct val="90000"/>
              </a:lnSpc>
              <a:spcBef>
                <a:spcPts val="500"/>
              </a:spcBef>
              <a:spcAft>
                <a:spcPts val="0"/>
              </a:spcAft>
              <a:buClr>
                <a:schemeClr val="dk1"/>
              </a:buClr>
              <a:buSzPts val="1800"/>
              <a:buFont typeface="Noto Sans Symbols"/>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 name="Google Shape;70;p13"/>
          <p:cNvSpPr txBox="1"/>
          <p:nvPr>
            <p:ph idx="2" type="body"/>
          </p:nvPr>
        </p:nvSpPr>
        <p:spPr>
          <a:xfrm>
            <a:off x="8937625" y="409575"/>
            <a:ext cx="2840039" cy="129123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Font typeface="Noto Sans Symbols"/>
              <a:buChar char="▪"/>
              <a:defRPr sz="1800"/>
            </a:lvl1pPr>
            <a:lvl2pPr indent="-342900" lvl="1" marL="914400" algn="l">
              <a:lnSpc>
                <a:spcPct val="90000"/>
              </a:lnSpc>
              <a:spcBef>
                <a:spcPts val="500"/>
              </a:spcBef>
              <a:spcAft>
                <a:spcPts val="0"/>
              </a:spcAft>
              <a:buClr>
                <a:schemeClr val="dk1"/>
              </a:buClr>
              <a:buSzPts val="1800"/>
              <a:buFont typeface="Noto Sans Symbols"/>
              <a:buChar char="▪"/>
              <a:defRPr sz="1800"/>
            </a:lvl2pPr>
            <a:lvl3pPr indent="-342900" lvl="2" marL="1371600" algn="l">
              <a:lnSpc>
                <a:spcPct val="90000"/>
              </a:lnSpc>
              <a:spcBef>
                <a:spcPts val="500"/>
              </a:spcBef>
              <a:spcAft>
                <a:spcPts val="0"/>
              </a:spcAft>
              <a:buClr>
                <a:schemeClr val="dk1"/>
              </a:buClr>
              <a:buSzPts val="1800"/>
              <a:buFont typeface="Noto Sans Symbols"/>
              <a:buChar char="▪"/>
              <a:defRPr sz="1800"/>
            </a:lvl3pPr>
            <a:lvl4pPr indent="-342900" lvl="3" marL="1828800" algn="l">
              <a:lnSpc>
                <a:spcPct val="90000"/>
              </a:lnSpc>
              <a:spcBef>
                <a:spcPts val="500"/>
              </a:spcBef>
              <a:spcAft>
                <a:spcPts val="0"/>
              </a:spcAft>
              <a:buClr>
                <a:schemeClr val="dk1"/>
              </a:buClr>
              <a:buSzPts val="1800"/>
              <a:buFont typeface="Noto Sans Symbols"/>
              <a:buChar char="▪"/>
              <a:defRPr sz="1800"/>
            </a:lvl4pPr>
            <a:lvl5pPr indent="-342900" lvl="4" marL="2286000" algn="l">
              <a:lnSpc>
                <a:spcPct val="90000"/>
              </a:lnSpc>
              <a:spcBef>
                <a:spcPts val="500"/>
              </a:spcBef>
              <a:spcAft>
                <a:spcPts val="0"/>
              </a:spcAft>
              <a:buClr>
                <a:schemeClr val="dk1"/>
              </a:buClr>
              <a:buSzPts val="1800"/>
              <a:buFont typeface="Noto Sans Symbols"/>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71" name="Google Shape;71;p13"/>
          <p:cNvPicPr preferRelativeResize="0"/>
          <p:nvPr/>
        </p:nvPicPr>
        <p:blipFill rotWithShape="1">
          <a:blip r:embed="rId2">
            <a:alphaModFix/>
          </a:blip>
          <a:srcRect b="0" l="0" r="0" t="0"/>
          <a:stretch/>
        </p:blipFill>
        <p:spPr>
          <a:xfrm>
            <a:off x="10364572" y="6060701"/>
            <a:ext cx="1421688" cy="399052"/>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_Title full name logo - 2/3 line heading and text">
  <p:cSld name="Simple_Title full name logo - 2/3 line heading and text">
    <p:bg>
      <p:bgPr>
        <a:solidFill>
          <a:schemeClr val="accent1"/>
        </a:solidFill>
      </p:bgPr>
    </p:bg>
    <p:spTree>
      <p:nvGrpSpPr>
        <p:cNvPr id="72" name="Shape 72"/>
        <p:cNvGrpSpPr/>
        <p:nvPr/>
      </p:nvGrpSpPr>
      <p:grpSpPr>
        <a:xfrm>
          <a:off x="0" y="0"/>
          <a:ext cx="0" cy="0"/>
          <a:chOff x="0" y="0"/>
          <a:chExt cx="0" cy="0"/>
        </a:xfrm>
      </p:grpSpPr>
      <p:sp>
        <p:nvSpPr>
          <p:cNvPr id="73" name="Google Shape;73;p14"/>
          <p:cNvSpPr txBox="1"/>
          <p:nvPr>
            <p:ph type="ctrTitle"/>
          </p:nvPr>
        </p:nvSpPr>
        <p:spPr>
          <a:xfrm>
            <a:off x="2303463" y="409575"/>
            <a:ext cx="7084422" cy="197467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FAFAFA"/>
              </a:buClr>
              <a:buSzPts val="4200"/>
              <a:buFont typeface="Arial"/>
              <a:buNone/>
              <a:defRPr sz="4200">
                <a:solidFill>
                  <a:srgbClr val="FAFAFA"/>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4"/>
          <p:cNvSpPr txBox="1"/>
          <p:nvPr>
            <p:ph idx="1" type="body"/>
          </p:nvPr>
        </p:nvSpPr>
        <p:spPr>
          <a:xfrm>
            <a:off x="2303463" y="4473756"/>
            <a:ext cx="6485967" cy="361324"/>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2400"/>
              <a:buNone/>
              <a:defRPr b="0" i="0" sz="24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75" name="Google Shape;75;p14"/>
          <p:cNvSpPr/>
          <p:nvPr/>
        </p:nvSpPr>
        <p:spPr>
          <a:xfrm>
            <a:off x="0" y="0"/>
            <a:ext cx="1354138"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6" name="Google Shape;76;p14"/>
          <p:cNvSpPr txBox="1"/>
          <p:nvPr>
            <p:ph idx="2" type="body"/>
          </p:nvPr>
        </p:nvSpPr>
        <p:spPr>
          <a:xfrm>
            <a:off x="2303463" y="4981780"/>
            <a:ext cx="6485967" cy="361324"/>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800"/>
              <a:buNone/>
              <a:defRPr b="0" i="0" sz="18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pic>
        <p:nvPicPr>
          <p:cNvPr descr="UCL logo, University College London" id="77" name="Google Shape;77;p14"/>
          <p:cNvPicPr preferRelativeResize="0"/>
          <p:nvPr/>
        </p:nvPicPr>
        <p:blipFill rotWithShape="1">
          <a:blip r:embed="rId2">
            <a:alphaModFix/>
          </a:blip>
          <a:srcRect b="0" l="0" r="0" t="0"/>
          <a:stretch/>
        </p:blipFill>
        <p:spPr>
          <a:xfrm>
            <a:off x="8941455" y="5661248"/>
            <a:ext cx="2844805" cy="79850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_Content – 2 column title subheading charts, images, graphs">
  <p:cSld name="Simple_Content – 2 column title subheading charts, images, graphs">
    <p:bg>
      <p:bgPr>
        <a:solidFill>
          <a:schemeClr val="lt1"/>
        </a:solidFill>
      </p:bgPr>
    </p:bg>
    <p:spTree>
      <p:nvGrpSpPr>
        <p:cNvPr id="78" name="Shape 78"/>
        <p:cNvGrpSpPr/>
        <p:nvPr/>
      </p:nvGrpSpPr>
      <p:grpSpPr>
        <a:xfrm>
          <a:off x="0" y="0"/>
          <a:ext cx="0" cy="0"/>
          <a:chOff x="0" y="0"/>
          <a:chExt cx="0" cy="0"/>
        </a:xfrm>
      </p:grpSpPr>
      <p:sp>
        <p:nvSpPr>
          <p:cNvPr id="79" name="Google Shape;79;p15"/>
          <p:cNvSpPr txBox="1"/>
          <p:nvPr>
            <p:ph idx="1" type="body"/>
          </p:nvPr>
        </p:nvSpPr>
        <p:spPr>
          <a:xfrm>
            <a:off x="409575" y="421180"/>
            <a:ext cx="4735513" cy="156091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1"/>
              </a:buClr>
              <a:buSzPts val="3600"/>
              <a:buNone/>
              <a:defRPr b="1" i="0" sz="36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0" name="Google Shape;80;p15"/>
          <p:cNvSpPr txBox="1"/>
          <p:nvPr>
            <p:ph idx="2" type="body"/>
          </p:nvPr>
        </p:nvSpPr>
        <p:spPr>
          <a:xfrm>
            <a:off x="6096001" y="419192"/>
            <a:ext cx="5684838" cy="1128506"/>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1"/>
              </a:buClr>
              <a:buSzPts val="2400"/>
              <a:buNone/>
              <a:defRPr b="0" i="0" sz="24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1" name="Google Shape;81;p15"/>
          <p:cNvSpPr txBox="1"/>
          <p:nvPr>
            <p:ph idx="3" type="body"/>
          </p:nvPr>
        </p:nvSpPr>
        <p:spPr>
          <a:xfrm>
            <a:off x="446080" y="2422525"/>
            <a:ext cx="4686360" cy="3022601"/>
          </a:xfrm>
          <a:prstGeom prst="rect">
            <a:avLst/>
          </a:prstGeom>
          <a:noFill/>
          <a:ln>
            <a:noFill/>
          </a:ln>
        </p:spPr>
        <p:txBody>
          <a:bodyPr anchorCtr="0" anchor="t" bIns="45700" lIns="91425" spcFirstLastPara="1" rIns="91425" wrap="square" tIns="45700">
            <a:noAutofit/>
          </a:bodyPr>
          <a:lstStyle>
            <a:lvl1pPr indent="-228600" lvl="0" marL="457200" marR="0" algn="l">
              <a:lnSpc>
                <a:spcPct val="90000"/>
              </a:lnSpc>
              <a:spcBef>
                <a:spcPts val="1000"/>
              </a:spcBef>
              <a:spcAft>
                <a:spcPts val="0"/>
              </a:spcAft>
              <a:buClr>
                <a:schemeClr val="dk1"/>
              </a:buClr>
              <a:buSzPts val="1800"/>
              <a:buFont typeface="Arial"/>
              <a:buNone/>
              <a:defRPr sz="18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15"/>
          <p:cNvSpPr txBox="1"/>
          <p:nvPr>
            <p:ph idx="4" type="body"/>
          </p:nvPr>
        </p:nvSpPr>
        <p:spPr>
          <a:xfrm>
            <a:off x="6096000" y="2422525"/>
            <a:ext cx="5649921" cy="3022601"/>
          </a:xfrm>
          <a:prstGeom prst="rect">
            <a:avLst/>
          </a:prstGeom>
          <a:noFill/>
          <a:ln>
            <a:noFill/>
          </a:ln>
        </p:spPr>
        <p:txBody>
          <a:bodyPr anchorCtr="0" anchor="t" bIns="45700" lIns="91425" spcFirstLastPara="1" rIns="91425" wrap="square" tIns="45700">
            <a:noAutofit/>
          </a:bodyPr>
          <a:lstStyle>
            <a:lvl1pPr indent="-228600" lvl="0" marL="457200" marR="0" algn="l">
              <a:lnSpc>
                <a:spcPct val="90000"/>
              </a:lnSpc>
              <a:spcBef>
                <a:spcPts val="1000"/>
              </a:spcBef>
              <a:spcAft>
                <a:spcPts val="0"/>
              </a:spcAft>
              <a:buClr>
                <a:schemeClr val="dk1"/>
              </a:buClr>
              <a:buSzPts val="1800"/>
              <a:buFont typeface="Arial"/>
              <a:buNone/>
              <a:defRPr sz="18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83" name="Google Shape;83;p15"/>
          <p:cNvPicPr preferRelativeResize="0"/>
          <p:nvPr/>
        </p:nvPicPr>
        <p:blipFill rotWithShape="1">
          <a:blip r:embed="rId2">
            <a:alphaModFix/>
          </a:blip>
          <a:srcRect b="0" l="0" r="0" t="0"/>
          <a:stretch/>
        </p:blipFill>
        <p:spPr>
          <a:xfrm>
            <a:off x="10364572" y="6060701"/>
            <a:ext cx="1421688" cy="399052"/>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_Content – 2 column title and  bullet text">
  <p:cSld name="Simple_Content – 2 column title and  bullet text">
    <p:bg>
      <p:bgPr>
        <a:solidFill>
          <a:schemeClr val="lt1"/>
        </a:solidFill>
      </p:bgPr>
    </p:bg>
    <p:spTree>
      <p:nvGrpSpPr>
        <p:cNvPr id="84" name="Shape 84"/>
        <p:cNvGrpSpPr/>
        <p:nvPr/>
      </p:nvGrpSpPr>
      <p:grpSpPr>
        <a:xfrm>
          <a:off x="0" y="0"/>
          <a:ext cx="0" cy="0"/>
          <a:chOff x="0" y="0"/>
          <a:chExt cx="0" cy="0"/>
        </a:xfrm>
      </p:grpSpPr>
      <p:sp>
        <p:nvSpPr>
          <p:cNvPr id="85" name="Google Shape;85;p16"/>
          <p:cNvSpPr txBox="1"/>
          <p:nvPr>
            <p:ph type="ctrTitle"/>
          </p:nvPr>
        </p:nvSpPr>
        <p:spPr>
          <a:xfrm>
            <a:off x="409576" y="409575"/>
            <a:ext cx="3786188" cy="1830294"/>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accent1"/>
              </a:buClr>
              <a:buSzPts val="3600"/>
              <a:buFont typeface="Arial"/>
              <a:buNone/>
              <a:defRPr sz="36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16"/>
          <p:cNvSpPr txBox="1"/>
          <p:nvPr>
            <p:ph idx="1" type="body"/>
          </p:nvPr>
        </p:nvSpPr>
        <p:spPr>
          <a:xfrm>
            <a:off x="5153818" y="409575"/>
            <a:ext cx="6627019" cy="100647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Font typeface="Noto Sans Symbols"/>
              <a:buChar char="▪"/>
              <a:defRPr sz="1800"/>
            </a:lvl1pPr>
            <a:lvl2pPr indent="-342900" lvl="1" marL="914400" algn="l">
              <a:lnSpc>
                <a:spcPct val="90000"/>
              </a:lnSpc>
              <a:spcBef>
                <a:spcPts val="500"/>
              </a:spcBef>
              <a:spcAft>
                <a:spcPts val="0"/>
              </a:spcAft>
              <a:buClr>
                <a:schemeClr val="dk1"/>
              </a:buClr>
              <a:buSzPts val="1800"/>
              <a:buFont typeface="Noto Sans Symbols"/>
              <a:buChar char="▪"/>
              <a:defRPr sz="1800"/>
            </a:lvl2pPr>
            <a:lvl3pPr indent="-342900" lvl="2" marL="1371600" algn="l">
              <a:lnSpc>
                <a:spcPct val="90000"/>
              </a:lnSpc>
              <a:spcBef>
                <a:spcPts val="500"/>
              </a:spcBef>
              <a:spcAft>
                <a:spcPts val="0"/>
              </a:spcAft>
              <a:buClr>
                <a:schemeClr val="dk1"/>
              </a:buClr>
              <a:buSzPts val="1800"/>
              <a:buFont typeface="Noto Sans Symbols"/>
              <a:buChar char="▪"/>
              <a:defRPr sz="1800"/>
            </a:lvl3pPr>
            <a:lvl4pPr indent="-342900" lvl="3" marL="1828800" algn="l">
              <a:lnSpc>
                <a:spcPct val="90000"/>
              </a:lnSpc>
              <a:spcBef>
                <a:spcPts val="500"/>
              </a:spcBef>
              <a:spcAft>
                <a:spcPts val="0"/>
              </a:spcAft>
              <a:buClr>
                <a:schemeClr val="dk1"/>
              </a:buClr>
              <a:buSzPts val="1800"/>
              <a:buFont typeface="Noto Sans Symbols"/>
              <a:buChar char="▪"/>
              <a:defRPr sz="1800"/>
            </a:lvl4pPr>
            <a:lvl5pPr indent="-342900" lvl="4" marL="2286000" algn="l">
              <a:lnSpc>
                <a:spcPct val="90000"/>
              </a:lnSpc>
              <a:spcBef>
                <a:spcPts val="500"/>
              </a:spcBef>
              <a:spcAft>
                <a:spcPts val="0"/>
              </a:spcAft>
              <a:buClr>
                <a:schemeClr val="dk1"/>
              </a:buClr>
              <a:buSzPts val="1800"/>
              <a:buFont typeface="Noto Sans Symbols"/>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87" name="Google Shape;87;p16"/>
          <p:cNvPicPr preferRelativeResize="0"/>
          <p:nvPr/>
        </p:nvPicPr>
        <p:blipFill rotWithShape="1">
          <a:blip r:embed="rId2">
            <a:alphaModFix/>
          </a:blip>
          <a:srcRect b="0" l="0" r="0" t="0"/>
          <a:stretch/>
        </p:blipFill>
        <p:spPr>
          <a:xfrm>
            <a:off x="10364572" y="6060701"/>
            <a:ext cx="1421688" cy="399052"/>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_Divider – 2 column title, subheading, text, table, picture">
  <p:cSld name="Simple_Divider – 2 column title, subheading, text, table, picture">
    <p:bg>
      <p:bgPr>
        <a:solidFill>
          <a:schemeClr val="accent1"/>
        </a:solidFill>
      </p:bgPr>
    </p:bg>
    <p:spTree>
      <p:nvGrpSpPr>
        <p:cNvPr id="88" name="Shape 88"/>
        <p:cNvGrpSpPr/>
        <p:nvPr/>
      </p:nvGrpSpPr>
      <p:grpSpPr>
        <a:xfrm>
          <a:off x="0" y="0"/>
          <a:ext cx="0" cy="0"/>
          <a:chOff x="0" y="0"/>
          <a:chExt cx="0" cy="0"/>
        </a:xfrm>
      </p:grpSpPr>
      <p:sp>
        <p:nvSpPr>
          <p:cNvPr id="89" name="Google Shape;89;p17"/>
          <p:cNvSpPr txBox="1"/>
          <p:nvPr>
            <p:ph type="ctrTitle"/>
          </p:nvPr>
        </p:nvSpPr>
        <p:spPr>
          <a:xfrm>
            <a:off x="392940" y="409575"/>
            <a:ext cx="3757703" cy="1830294"/>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FAFAFA"/>
              </a:buClr>
              <a:buSzPts val="3600"/>
              <a:buFont typeface="Arial"/>
              <a:buNone/>
              <a:defRPr sz="3600">
                <a:solidFill>
                  <a:srgbClr val="FAFAFA"/>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17"/>
          <p:cNvSpPr txBox="1"/>
          <p:nvPr>
            <p:ph idx="1" type="body"/>
          </p:nvPr>
        </p:nvSpPr>
        <p:spPr>
          <a:xfrm>
            <a:off x="392940" y="2422525"/>
            <a:ext cx="3729218" cy="10064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3"/>
              </a:buClr>
              <a:buSzPts val="2400"/>
              <a:buNone/>
              <a:defRPr b="0" i="0" sz="2400">
                <a:solidFill>
                  <a:schemeClr val="accent3"/>
                </a:solidFill>
                <a:latin typeface="Arial"/>
                <a:ea typeface="Arial"/>
                <a:cs typeface="Arial"/>
                <a:sym typeface="Aria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descr="Add a clear, concise statement describing the figures presented in the table" id="91" name="Google Shape;91;p17"/>
          <p:cNvSpPr/>
          <p:nvPr>
            <p:ph idx="2" type="tbl"/>
          </p:nvPr>
        </p:nvSpPr>
        <p:spPr>
          <a:xfrm>
            <a:off x="392940" y="3619500"/>
            <a:ext cx="2841625" cy="28289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2" name="Google Shape;92;p17"/>
          <p:cNvSpPr txBox="1"/>
          <p:nvPr>
            <p:ph idx="3" type="body"/>
          </p:nvPr>
        </p:nvSpPr>
        <p:spPr>
          <a:xfrm>
            <a:off x="4411004" y="826261"/>
            <a:ext cx="7369833" cy="41224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3"/>
              </a:buClr>
              <a:buSzPts val="1800"/>
              <a:buNone/>
              <a:defRPr b="0" i="0" sz="1800">
                <a:solidFill>
                  <a:schemeClr val="accent3"/>
                </a:solidFill>
                <a:latin typeface="Arial"/>
                <a:ea typeface="Arial"/>
                <a:cs typeface="Arial"/>
                <a:sym typeface="Aria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descr="Add a clear, concise statement describing the main purpose of the image" id="93" name="Google Shape;93;p17"/>
          <p:cNvSpPr/>
          <p:nvPr>
            <p:ph idx="4" type="pic"/>
          </p:nvPr>
        </p:nvSpPr>
        <p:spPr>
          <a:xfrm>
            <a:off x="4411005" y="1419226"/>
            <a:ext cx="7371420" cy="4406388"/>
          </a:xfrm>
          <a:prstGeom prst="rect">
            <a:avLst/>
          </a:prstGeom>
          <a:noFill/>
          <a:ln>
            <a:noFill/>
          </a:ln>
        </p:spPr>
      </p:sp>
      <p:pic>
        <p:nvPicPr>
          <p:cNvPr id="94" name="Google Shape;94;p17"/>
          <p:cNvPicPr preferRelativeResize="0"/>
          <p:nvPr/>
        </p:nvPicPr>
        <p:blipFill rotWithShape="1">
          <a:blip r:embed="rId2">
            <a:alphaModFix/>
          </a:blip>
          <a:srcRect b="0" l="0" r="0" t="0"/>
          <a:stretch/>
        </p:blipFill>
        <p:spPr>
          <a:xfrm>
            <a:off x="10364572" y="6060701"/>
            <a:ext cx="1421688" cy="399052"/>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_Content – 2 column title, image, text">
  <p:cSld name="Simple_Content – 2 column title, image, text">
    <p:bg>
      <p:bgPr>
        <a:solidFill>
          <a:schemeClr val="lt1"/>
        </a:solidFill>
      </p:bgPr>
    </p:bg>
    <p:spTree>
      <p:nvGrpSpPr>
        <p:cNvPr id="95" name="Shape 95"/>
        <p:cNvGrpSpPr/>
        <p:nvPr/>
      </p:nvGrpSpPr>
      <p:grpSpPr>
        <a:xfrm>
          <a:off x="0" y="0"/>
          <a:ext cx="0" cy="0"/>
          <a:chOff x="0" y="0"/>
          <a:chExt cx="0" cy="0"/>
        </a:xfrm>
      </p:grpSpPr>
      <p:sp>
        <p:nvSpPr>
          <p:cNvPr id="96" name="Google Shape;96;p18"/>
          <p:cNvSpPr txBox="1"/>
          <p:nvPr>
            <p:ph type="ctrTitle"/>
          </p:nvPr>
        </p:nvSpPr>
        <p:spPr>
          <a:xfrm>
            <a:off x="456564" y="409575"/>
            <a:ext cx="5965287" cy="1242244"/>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accent1"/>
              </a:buClr>
              <a:buSzPts val="3600"/>
              <a:buFont typeface="Arial"/>
              <a:buNone/>
              <a:defRPr sz="36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descr="Add a clear, concise statement describing the main purpose of the image" id="97" name="Google Shape;97;p18"/>
          <p:cNvSpPr/>
          <p:nvPr>
            <p:ph idx="2" type="pic"/>
          </p:nvPr>
        </p:nvSpPr>
        <p:spPr>
          <a:xfrm>
            <a:off x="456564" y="2046440"/>
            <a:ext cx="5516672" cy="2160435"/>
          </a:xfrm>
          <a:prstGeom prst="rect">
            <a:avLst/>
          </a:prstGeom>
          <a:noFill/>
          <a:ln>
            <a:noFill/>
          </a:ln>
        </p:spPr>
      </p:sp>
      <p:sp>
        <p:nvSpPr>
          <p:cNvPr id="98" name="Google Shape;98;p18"/>
          <p:cNvSpPr txBox="1"/>
          <p:nvPr>
            <p:ph idx="1" type="body"/>
          </p:nvPr>
        </p:nvSpPr>
        <p:spPr>
          <a:xfrm>
            <a:off x="456600" y="4438650"/>
            <a:ext cx="5516637" cy="1006475"/>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1"/>
              </a:buClr>
              <a:buSzPts val="1800"/>
              <a:buFont typeface="Noto Sans Symbols"/>
              <a:buNone/>
              <a:defRPr sz="1800"/>
            </a:lvl1pPr>
            <a:lvl2pPr indent="-342900" lvl="1" marL="914400" algn="l">
              <a:lnSpc>
                <a:spcPct val="90000"/>
              </a:lnSpc>
              <a:spcBef>
                <a:spcPts val="500"/>
              </a:spcBef>
              <a:spcAft>
                <a:spcPts val="0"/>
              </a:spcAft>
              <a:buClr>
                <a:schemeClr val="dk1"/>
              </a:buClr>
              <a:buSzPts val="1800"/>
              <a:buFont typeface="Noto Sans Symbols"/>
              <a:buChar char="▪"/>
              <a:defRPr sz="1800"/>
            </a:lvl2pPr>
            <a:lvl3pPr indent="-342900" lvl="2" marL="1371600" algn="l">
              <a:lnSpc>
                <a:spcPct val="90000"/>
              </a:lnSpc>
              <a:spcBef>
                <a:spcPts val="500"/>
              </a:spcBef>
              <a:spcAft>
                <a:spcPts val="0"/>
              </a:spcAft>
              <a:buClr>
                <a:schemeClr val="dk1"/>
              </a:buClr>
              <a:buSzPts val="1800"/>
              <a:buFont typeface="Noto Sans Symbols"/>
              <a:buChar char="▪"/>
              <a:defRPr sz="1800"/>
            </a:lvl3pPr>
            <a:lvl4pPr indent="-342900" lvl="3" marL="1828800" algn="l">
              <a:lnSpc>
                <a:spcPct val="90000"/>
              </a:lnSpc>
              <a:spcBef>
                <a:spcPts val="500"/>
              </a:spcBef>
              <a:spcAft>
                <a:spcPts val="0"/>
              </a:spcAft>
              <a:buClr>
                <a:schemeClr val="dk1"/>
              </a:buClr>
              <a:buSzPts val="1800"/>
              <a:buFont typeface="Noto Sans Symbols"/>
              <a:buChar char="▪"/>
              <a:defRPr sz="1800"/>
            </a:lvl4pPr>
            <a:lvl5pPr indent="-342900" lvl="4" marL="2286000" algn="l">
              <a:lnSpc>
                <a:spcPct val="90000"/>
              </a:lnSpc>
              <a:spcBef>
                <a:spcPts val="500"/>
              </a:spcBef>
              <a:spcAft>
                <a:spcPts val="0"/>
              </a:spcAft>
              <a:buClr>
                <a:schemeClr val="dk1"/>
              </a:buClr>
              <a:buSzPts val="1800"/>
              <a:buFont typeface="Noto Sans Symbols"/>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descr="Add a clear, concise statement describing the main purpose of the image" id="99" name="Google Shape;99;p18"/>
          <p:cNvSpPr/>
          <p:nvPr>
            <p:ph idx="3" type="pic"/>
          </p:nvPr>
        </p:nvSpPr>
        <p:spPr>
          <a:xfrm>
            <a:off x="6282387" y="2046440"/>
            <a:ext cx="5516673" cy="2160435"/>
          </a:xfrm>
          <a:prstGeom prst="rect">
            <a:avLst/>
          </a:prstGeom>
          <a:noFill/>
          <a:ln>
            <a:noFill/>
          </a:ln>
        </p:spPr>
      </p:sp>
      <p:sp>
        <p:nvSpPr>
          <p:cNvPr id="100" name="Google Shape;100;p18"/>
          <p:cNvSpPr txBox="1"/>
          <p:nvPr>
            <p:ph idx="4" type="body"/>
          </p:nvPr>
        </p:nvSpPr>
        <p:spPr>
          <a:xfrm>
            <a:off x="6282388" y="4438650"/>
            <a:ext cx="5494895" cy="1006475"/>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1"/>
              </a:buClr>
              <a:buSzPts val="1800"/>
              <a:buFont typeface="Noto Sans Symbols"/>
              <a:buNone/>
              <a:defRPr sz="1800"/>
            </a:lvl1pPr>
            <a:lvl2pPr indent="-342900" lvl="1" marL="914400" algn="l">
              <a:lnSpc>
                <a:spcPct val="90000"/>
              </a:lnSpc>
              <a:spcBef>
                <a:spcPts val="500"/>
              </a:spcBef>
              <a:spcAft>
                <a:spcPts val="0"/>
              </a:spcAft>
              <a:buClr>
                <a:schemeClr val="dk1"/>
              </a:buClr>
              <a:buSzPts val="1800"/>
              <a:buFont typeface="Noto Sans Symbols"/>
              <a:buChar char="▪"/>
              <a:defRPr sz="1800"/>
            </a:lvl2pPr>
            <a:lvl3pPr indent="-342900" lvl="2" marL="1371600" algn="l">
              <a:lnSpc>
                <a:spcPct val="90000"/>
              </a:lnSpc>
              <a:spcBef>
                <a:spcPts val="500"/>
              </a:spcBef>
              <a:spcAft>
                <a:spcPts val="0"/>
              </a:spcAft>
              <a:buClr>
                <a:schemeClr val="dk1"/>
              </a:buClr>
              <a:buSzPts val="1800"/>
              <a:buFont typeface="Noto Sans Symbols"/>
              <a:buChar char="▪"/>
              <a:defRPr sz="1800"/>
            </a:lvl3pPr>
            <a:lvl4pPr indent="-342900" lvl="3" marL="1828800" algn="l">
              <a:lnSpc>
                <a:spcPct val="90000"/>
              </a:lnSpc>
              <a:spcBef>
                <a:spcPts val="500"/>
              </a:spcBef>
              <a:spcAft>
                <a:spcPts val="0"/>
              </a:spcAft>
              <a:buClr>
                <a:schemeClr val="dk1"/>
              </a:buClr>
              <a:buSzPts val="1800"/>
              <a:buFont typeface="Noto Sans Symbols"/>
              <a:buChar char="▪"/>
              <a:defRPr sz="1800"/>
            </a:lvl4pPr>
            <a:lvl5pPr indent="-342900" lvl="4" marL="2286000" algn="l">
              <a:lnSpc>
                <a:spcPct val="90000"/>
              </a:lnSpc>
              <a:spcBef>
                <a:spcPts val="500"/>
              </a:spcBef>
              <a:spcAft>
                <a:spcPts val="0"/>
              </a:spcAft>
              <a:buClr>
                <a:schemeClr val="dk1"/>
              </a:buClr>
              <a:buSzPts val="1800"/>
              <a:buFont typeface="Noto Sans Symbols"/>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01" name="Google Shape;101;p18"/>
          <p:cNvPicPr preferRelativeResize="0"/>
          <p:nvPr/>
        </p:nvPicPr>
        <p:blipFill rotWithShape="1">
          <a:blip r:embed="rId2">
            <a:alphaModFix/>
          </a:blip>
          <a:srcRect b="0" l="0" r="0" t="0"/>
          <a:stretch/>
        </p:blipFill>
        <p:spPr>
          <a:xfrm>
            <a:off x="10364572" y="6060701"/>
            <a:ext cx="1421688" cy="399052"/>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imple_Content – Title - 2 column 1 image 1 text ">
  <p:cSld name="1_Simple_Content – Title - 2 column 1 image 1 text ">
    <p:bg>
      <p:bgPr>
        <a:solidFill>
          <a:schemeClr val="lt1"/>
        </a:solidFill>
      </p:bgPr>
    </p:bg>
    <p:spTree>
      <p:nvGrpSpPr>
        <p:cNvPr id="102" name="Shape 102"/>
        <p:cNvGrpSpPr/>
        <p:nvPr/>
      </p:nvGrpSpPr>
      <p:grpSpPr>
        <a:xfrm>
          <a:off x="0" y="0"/>
          <a:ext cx="0" cy="0"/>
          <a:chOff x="0" y="0"/>
          <a:chExt cx="0" cy="0"/>
        </a:xfrm>
      </p:grpSpPr>
      <p:sp>
        <p:nvSpPr>
          <p:cNvPr id="103" name="Google Shape;103;p19"/>
          <p:cNvSpPr txBox="1"/>
          <p:nvPr>
            <p:ph type="ctrTitle"/>
          </p:nvPr>
        </p:nvSpPr>
        <p:spPr>
          <a:xfrm>
            <a:off x="456564" y="409575"/>
            <a:ext cx="5965287" cy="1242244"/>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accent1"/>
              </a:buClr>
              <a:buSzPts val="3600"/>
              <a:buFont typeface="Arial"/>
              <a:buNone/>
              <a:defRPr sz="36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descr="Add a clear, concise statement describing the main purpose of the image" id="104" name="Google Shape;104;p19"/>
          <p:cNvSpPr/>
          <p:nvPr>
            <p:ph idx="2" type="pic"/>
          </p:nvPr>
        </p:nvSpPr>
        <p:spPr>
          <a:xfrm>
            <a:off x="456564" y="2046440"/>
            <a:ext cx="4429696" cy="3398685"/>
          </a:xfrm>
          <a:prstGeom prst="rect">
            <a:avLst/>
          </a:prstGeom>
          <a:noFill/>
          <a:ln>
            <a:noFill/>
          </a:ln>
        </p:spPr>
      </p:sp>
      <p:sp>
        <p:nvSpPr>
          <p:cNvPr id="105" name="Google Shape;105;p19"/>
          <p:cNvSpPr txBox="1"/>
          <p:nvPr>
            <p:ph idx="1" type="body"/>
          </p:nvPr>
        </p:nvSpPr>
        <p:spPr>
          <a:xfrm>
            <a:off x="5153818" y="2046440"/>
            <a:ext cx="6627019" cy="3398685"/>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1"/>
              </a:buClr>
              <a:buSzPts val="1800"/>
              <a:buFont typeface="Noto Sans Symbols"/>
              <a:buNone/>
              <a:defRPr sz="1800"/>
            </a:lvl1pPr>
            <a:lvl2pPr indent="-342900" lvl="1" marL="914400" algn="l">
              <a:lnSpc>
                <a:spcPct val="90000"/>
              </a:lnSpc>
              <a:spcBef>
                <a:spcPts val="500"/>
              </a:spcBef>
              <a:spcAft>
                <a:spcPts val="0"/>
              </a:spcAft>
              <a:buClr>
                <a:schemeClr val="dk1"/>
              </a:buClr>
              <a:buSzPts val="1800"/>
              <a:buFont typeface="Noto Sans Symbols"/>
              <a:buChar char="▪"/>
              <a:defRPr sz="1800"/>
            </a:lvl2pPr>
            <a:lvl3pPr indent="-342900" lvl="2" marL="1371600" algn="l">
              <a:lnSpc>
                <a:spcPct val="90000"/>
              </a:lnSpc>
              <a:spcBef>
                <a:spcPts val="500"/>
              </a:spcBef>
              <a:spcAft>
                <a:spcPts val="0"/>
              </a:spcAft>
              <a:buClr>
                <a:schemeClr val="dk1"/>
              </a:buClr>
              <a:buSzPts val="1800"/>
              <a:buFont typeface="Noto Sans Symbols"/>
              <a:buChar char="▪"/>
              <a:defRPr sz="1800"/>
            </a:lvl3pPr>
            <a:lvl4pPr indent="-342900" lvl="3" marL="1828800" algn="l">
              <a:lnSpc>
                <a:spcPct val="90000"/>
              </a:lnSpc>
              <a:spcBef>
                <a:spcPts val="500"/>
              </a:spcBef>
              <a:spcAft>
                <a:spcPts val="0"/>
              </a:spcAft>
              <a:buClr>
                <a:schemeClr val="dk1"/>
              </a:buClr>
              <a:buSzPts val="1800"/>
              <a:buFont typeface="Noto Sans Symbols"/>
              <a:buChar char="▪"/>
              <a:defRPr sz="1800"/>
            </a:lvl4pPr>
            <a:lvl5pPr indent="-342900" lvl="4" marL="2286000" algn="l">
              <a:lnSpc>
                <a:spcPct val="90000"/>
              </a:lnSpc>
              <a:spcBef>
                <a:spcPts val="500"/>
              </a:spcBef>
              <a:spcAft>
                <a:spcPts val="0"/>
              </a:spcAft>
              <a:buClr>
                <a:schemeClr val="dk1"/>
              </a:buClr>
              <a:buSzPts val="1800"/>
              <a:buFont typeface="Noto Sans Symbols"/>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06" name="Google Shape;106;p19"/>
          <p:cNvPicPr preferRelativeResize="0"/>
          <p:nvPr/>
        </p:nvPicPr>
        <p:blipFill rotWithShape="1">
          <a:blip r:embed="rId2">
            <a:alphaModFix/>
          </a:blip>
          <a:srcRect b="0" l="0" r="0" t="0"/>
          <a:stretch/>
        </p:blipFill>
        <p:spPr>
          <a:xfrm>
            <a:off x="10364572" y="6060701"/>
            <a:ext cx="1421688" cy="399052"/>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_Content – 4 column title, image, text">
  <p:cSld name="Simple_Content – 4 column title, image, text">
    <p:bg>
      <p:bgPr>
        <a:solidFill>
          <a:schemeClr val="lt1"/>
        </a:solidFill>
      </p:bgPr>
    </p:bg>
    <p:spTree>
      <p:nvGrpSpPr>
        <p:cNvPr id="107" name="Shape 107"/>
        <p:cNvGrpSpPr/>
        <p:nvPr/>
      </p:nvGrpSpPr>
      <p:grpSpPr>
        <a:xfrm>
          <a:off x="0" y="0"/>
          <a:ext cx="0" cy="0"/>
          <a:chOff x="0" y="0"/>
          <a:chExt cx="0" cy="0"/>
        </a:xfrm>
      </p:grpSpPr>
      <p:sp>
        <p:nvSpPr>
          <p:cNvPr id="108" name="Google Shape;108;p20"/>
          <p:cNvSpPr txBox="1"/>
          <p:nvPr>
            <p:ph idx="1" type="body"/>
          </p:nvPr>
        </p:nvSpPr>
        <p:spPr>
          <a:xfrm>
            <a:off x="434508" y="409575"/>
            <a:ext cx="8569680" cy="137795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1"/>
              </a:buClr>
              <a:buSzPts val="3600"/>
              <a:buNone/>
              <a:defRPr b="1" i="0" sz="36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descr="Add a clear, concise statement describing the main purpose of the image" id="109" name="Google Shape;109;p20"/>
          <p:cNvSpPr/>
          <p:nvPr>
            <p:ph idx="2" type="pic"/>
          </p:nvPr>
        </p:nvSpPr>
        <p:spPr>
          <a:xfrm>
            <a:off x="434507" y="2145327"/>
            <a:ext cx="2717527" cy="1748196"/>
          </a:xfrm>
          <a:prstGeom prst="rect">
            <a:avLst/>
          </a:prstGeom>
          <a:noFill/>
          <a:ln>
            <a:noFill/>
          </a:ln>
        </p:spPr>
      </p:sp>
      <p:sp>
        <p:nvSpPr>
          <p:cNvPr id="110" name="Google Shape;110;p20"/>
          <p:cNvSpPr txBox="1"/>
          <p:nvPr>
            <p:ph idx="3" type="body"/>
          </p:nvPr>
        </p:nvSpPr>
        <p:spPr>
          <a:xfrm>
            <a:off x="434508" y="4087765"/>
            <a:ext cx="2717526" cy="137795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descr="Add a clear, concise statement describing the main purpose of the image" id="111" name="Google Shape;111;p20"/>
          <p:cNvSpPr/>
          <p:nvPr>
            <p:ph idx="4" type="pic"/>
          </p:nvPr>
        </p:nvSpPr>
        <p:spPr>
          <a:xfrm>
            <a:off x="3481193" y="2145327"/>
            <a:ext cx="2539327" cy="1748196"/>
          </a:xfrm>
          <a:prstGeom prst="rect">
            <a:avLst/>
          </a:prstGeom>
          <a:noFill/>
          <a:ln>
            <a:noFill/>
          </a:ln>
        </p:spPr>
      </p:sp>
      <p:sp>
        <p:nvSpPr>
          <p:cNvPr id="112" name="Google Shape;112;p20"/>
          <p:cNvSpPr txBox="1"/>
          <p:nvPr>
            <p:ph idx="5" type="body"/>
          </p:nvPr>
        </p:nvSpPr>
        <p:spPr>
          <a:xfrm>
            <a:off x="3454053" y="4087765"/>
            <a:ext cx="2580038" cy="137795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descr="Add a clear, concise statement describing the main purpose of the image" id="113" name="Google Shape;113;p20"/>
          <p:cNvSpPr/>
          <p:nvPr>
            <p:ph idx="6" type="pic"/>
          </p:nvPr>
        </p:nvSpPr>
        <p:spPr>
          <a:xfrm>
            <a:off x="6349679" y="2145327"/>
            <a:ext cx="2539327" cy="1748196"/>
          </a:xfrm>
          <a:prstGeom prst="rect">
            <a:avLst/>
          </a:prstGeom>
          <a:noFill/>
          <a:ln>
            <a:noFill/>
          </a:ln>
        </p:spPr>
      </p:sp>
      <p:sp>
        <p:nvSpPr>
          <p:cNvPr id="114" name="Google Shape;114;p20"/>
          <p:cNvSpPr txBox="1"/>
          <p:nvPr>
            <p:ph idx="7" type="body"/>
          </p:nvPr>
        </p:nvSpPr>
        <p:spPr>
          <a:xfrm>
            <a:off x="6336110" y="4087765"/>
            <a:ext cx="2580038" cy="137795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descr="Add a clear, concise statement describing the main purpose of the image" id="115" name="Google Shape;115;p20"/>
          <p:cNvSpPr/>
          <p:nvPr>
            <p:ph idx="8" type="pic"/>
          </p:nvPr>
        </p:nvSpPr>
        <p:spPr>
          <a:xfrm>
            <a:off x="9218166" y="2145327"/>
            <a:ext cx="2539327" cy="1748196"/>
          </a:xfrm>
          <a:prstGeom prst="rect">
            <a:avLst/>
          </a:prstGeom>
          <a:noFill/>
          <a:ln>
            <a:noFill/>
          </a:ln>
        </p:spPr>
      </p:sp>
      <p:sp>
        <p:nvSpPr>
          <p:cNvPr id="116" name="Google Shape;116;p20"/>
          <p:cNvSpPr txBox="1"/>
          <p:nvPr>
            <p:ph idx="9" type="body"/>
          </p:nvPr>
        </p:nvSpPr>
        <p:spPr>
          <a:xfrm>
            <a:off x="9218166" y="4087765"/>
            <a:ext cx="2539326" cy="137795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pic>
        <p:nvPicPr>
          <p:cNvPr id="117" name="Google Shape;117;p20"/>
          <p:cNvPicPr preferRelativeResize="0"/>
          <p:nvPr/>
        </p:nvPicPr>
        <p:blipFill rotWithShape="1">
          <a:blip r:embed="rId2">
            <a:alphaModFix/>
          </a:blip>
          <a:srcRect b="0" l="0" r="0" t="0"/>
          <a:stretch/>
        </p:blipFill>
        <p:spPr>
          <a:xfrm>
            <a:off x="10364572" y="6060701"/>
            <a:ext cx="1421688" cy="399052"/>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lex_Title  - 2/3 line heading, image and text">
  <p:cSld name="Complex_Title  - 2/3 line heading, image and text">
    <p:spTree>
      <p:nvGrpSpPr>
        <p:cNvPr id="121" name="Shape 121"/>
        <p:cNvGrpSpPr/>
        <p:nvPr/>
      </p:nvGrpSpPr>
      <p:grpSpPr>
        <a:xfrm>
          <a:off x="0" y="0"/>
          <a:ext cx="0" cy="0"/>
          <a:chOff x="0" y="0"/>
          <a:chExt cx="0" cy="0"/>
        </a:xfrm>
      </p:grpSpPr>
      <p:sp>
        <p:nvSpPr>
          <p:cNvPr id="122" name="Google Shape;122;p22"/>
          <p:cNvSpPr/>
          <p:nvPr>
            <p:ph idx="2" type="pic"/>
          </p:nvPr>
        </p:nvSpPr>
        <p:spPr>
          <a:xfrm>
            <a:off x="-7474" y="0"/>
            <a:ext cx="12192000" cy="6858000"/>
          </a:xfrm>
          <a:prstGeom prst="rect">
            <a:avLst/>
          </a:prstGeom>
          <a:noFill/>
          <a:ln>
            <a:noFill/>
          </a:ln>
        </p:spPr>
      </p:sp>
      <p:sp>
        <p:nvSpPr>
          <p:cNvPr descr="UCL logo, University College London" id="123" name="Google Shape;123;p22"/>
          <p:cNvSpPr/>
          <p:nvPr/>
        </p:nvSpPr>
        <p:spPr>
          <a:xfrm>
            <a:off x="8937625" y="5653541"/>
            <a:ext cx="2843213" cy="798059"/>
          </a:xfrm>
          <a:prstGeom prst="rect">
            <a:avLst/>
          </a:prstGeom>
          <a:solidFill>
            <a:srgbClr val="FFFFFF"/>
          </a:solidFill>
          <a:ln>
            <a:noFill/>
          </a:ln>
        </p:spPr>
      </p:sp>
      <p:sp>
        <p:nvSpPr>
          <p:cNvPr id="124" name="Google Shape;124;p22"/>
          <p:cNvSpPr txBox="1"/>
          <p:nvPr>
            <p:ph idx="1" type="body"/>
          </p:nvPr>
        </p:nvSpPr>
        <p:spPr>
          <a:xfrm>
            <a:off x="1401472" y="1"/>
            <a:ext cx="5633204" cy="6858000"/>
          </a:xfrm>
          <a:prstGeom prst="rect">
            <a:avLst/>
          </a:prstGeom>
          <a:solidFill>
            <a:schemeClr val="accent1"/>
          </a:solidFill>
          <a:ln>
            <a:noFill/>
          </a:ln>
        </p:spPr>
        <p:txBody>
          <a:bodyPr anchorCtr="0" anchor="t" bIns="360000" lIns="360000" spcFirstLastPara="1" rIns="360000" wrap="square" tIns="360000">
            <a:noAutofit/>
          </a:bodyPr>
          <a:lstStyle>
            <a:lvl1pPr indent="-228600" lvl="0" marL="457200" algn="l">
              <a:lnSpc>
                <a:spcPct val="100000"/>
              </a:lnSpc>
              <a:spcBef>
                <a:spcPts val="0"/>
              </a:spcBef>
              <a:spcAft>
                <a:spcPts val="0"/>
              </a:spcAft>
              <a:buClr>
                <a:schemeClr val="accent3"/>
              </a:buClr>
              <a:buSzPts val="4200"/>
              <a:buNone/>
              <a:defRPr b="1" i="0" sz="4200">
                <a:solidFill>
                  <a:schemeClr val="accent3"/>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 name="Google Shape;125;p22"/>
          <p:cNvSpPr txBox="1"/>
          <p:nvPr>
            <p:ph idx="3" type="body"/>
          </p:nvPr>
        </p:nvSpPr>
        <p:spPr>
          <a:xfrm>
            <a:off x="1791890" y="3455778"/>
            <a:ext cx="4807745" cy="70770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3"/>
              </a:buClr>
              <a:buSzPts val="2400"/>
              <a:buNone/>
              <a:defRPr b="0" i="0" sz="2400">
                <a:solidFill>
                  <a:schemeClr val="accent3"/>
                </a:solidFill>
                <a:latin typeface="Arial"/>
                <a:ea typeface="Arial"/>
                <a:cs typeface="Arial"/>
                <a:sym typeface="Aria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126" name="Google Shape;126;p22"/>
          <p:cNvSpPr txBox="1"/>
          <p:nvPr>
            <p:ph idx="4" type="body"/>
          </p:nvPr>
        </p:nvSpPr>
        <p:spPr>
          <a:xfrm>
            <a:off x="1791889" y="4503309"/>
            <a:ext cx="4807745" cy="265046"/>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800"/>
              <a:buNone/>
              <a:defRPr b="0" i="0" sz="18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127" name="Google Shape;127;p22"/>
          <p:cNvSpPr/>
          <p:nvPr/>
        </p:nvSpPr>
        <p:spPr>
          <a:xfrm>
            <a:off x="-5887" y="0"/>
            <a:ext cx="409575"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8" name="Google Shape;128;p22"/>
          <p:cNvSpPr/>
          <p:nvPr/>
        </p:nvSpPr>
        <p:spPr>
          <a:xfrm>
            <a:off x="7034676" y="4532"/>
            <a:ext cx="470692" cy="685346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lex _Content – 1 column title and text">
  <p:cSld name="Complex _Content – 1 column title and text">
    <p:bg>
      <p:bgPr>
        <a:solidFill>
          <a:schemeClr val="accent1"/>
        </a:solidFill>
      </p:bgPr>
    </p:bg>
    <p:spTree>
      <p:nvGrpSpPr>
        <p:cNvPr id="129" name="Shape 129"/>
        <p:cNvGrpSpPr/>
        <p:nvPr/>
      </p:nvGrpSpPr>
      <p:grpSpPr>
        <a:xfrm>
          <a:off x="0" y="0"/>
          <a:ext cx="0" cy="0"/>
          <a:chOff x="0" y="0"/>
          <a:chExt cx="0" cy="0"/>
        </a:xfrm>
      </p:grpSpPr>
      <p:sp>
        <p:nvSpPr>
          <p:cNvPr id="130" name="Google Shape;130;p23"/>
          <p:cNvSpPr txBox="1"/>
          <p:nvPr>
            <p:ph type="ctrTitle"/>
          </p:nvPr>
        </p:nvSpPr>
        <p:spPr>
          <a:xfrm>
            <a:off x="5136124" y="409575"/>
            <a:ext cx="6604548" cy="10096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p23"/>
          <p:cNvSpPr txBox="1"/>
          <p:nvPr>
            <p:ph idx="1" type="body"/>
          </p:nvPr>
        </p:nvSpPr>
        <p:spPr>
          <a:xfrm>
            <a:off x="5136124" y="1916825"/>
            <a:ext cx="6604547" cy="35283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1800"/>
              <a:buFont typeface="Noto Sans Symbols"/>
              <a:buNone/>
              <a:defRPr sz="1800">
                <a:solidFill>
                  <a:schemeClr val="lt1"/>
                </a:solidFill>
              </a:defRPr>
            </a:lvl1pPr>
            <a:lvl2pPr indent="-342900" lvl="1" marL="914400" algn="l">
              <a:lnSpc>
                <a:spcPct val="90000"/>
              </a:lnSpc>
              <a:spcBef>
                <a:spcPts val="500"/>
              </a:spcBef>
              <a:spcAft>
                <a:spcPts val="0"/>
              </a:spcAft>
              <a:buClr>
                <a:schemeClr val="dk1"/>
              </a:buClr>
              <a:buSzPts val="1800"/>
              <a:buFont typeface="Noto Sans Symbols"/>
              <a:buChar char="▪"/>
              <a:defRPr sz="1800"/>
            </a:lvl2pPr>
            <a:lvl3pPr indent="-342900" lvl="2" marL="1371600" algn="l">
              <a:lnSpc>
                <a:spcPct val="90000"/>
              </a:lnSpc>
              <a:spcBef>
                <a:spcPts val="500"/>
              </a:spcBef>
              <a:spcAft>
                <a:spcPts val="0"/>
              </a:spcAft>
              <a:buClr>
                <a:schemeClr val="dk1"/>
              </a:buClr>
              <a:buSzPts val="1800"/>
              <a:buFont typeface="Noto Sans Symbols"/>
              <a:buChar char="▪"/>
              <a:defRPr sz="1800"/>
            </a:lvl3pPr>
            <a:lvl4pPr indent="-342900" lvl="3" marL="1828800" algn="l">
              <a:lnSpc>
                <a:spcPct val="90000"/>
              </a:lnSpc>
              <a:spcBef>
                <a:spcPts val="500"/>
              </a:spcBef>
              <a:spcAft>
                <a:spcPts val="0"/>
              </a:spcAft>
              <a:buClr>
                <a:schemeClr val="dk1"/>
              </a:buClr>
              <a:buSzPts val="1800"/>
              <a:buFont typeface="Noto Sans Symbols"/>
              <a:buChar char="▪"/>
              <a:defRPr sz="1800"/>
            </a:lvl4pPr>
            <a:lvl5pPr indent="-342900" lvl="4" marL="2286000" algn="l">
              <a:lnSpc>
                <a:spcPct val="90000"/>
              </a:lnSpc>
              <a:spcBef>
                <a:spcPts val="500"/>
              </a:spcBef>
              <a:spcAft>
                <a:spcPts val="0"/>
              </a:spcAft>
              <a:buClr>
                <a:schemeClr val="dk1"/>
              </a:buClr>
              <a:buSzPts val="1800"/>
              <a:buFont typeface="Noto Sans Symbols"/>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 name="Google Shape;132;p23"/>
          <p:cNvSpPr/>
          <p:nvPr/>
        </p:nvSpPr>
        <p:spPr>
          <a:xfrm>
            <a:off x="1354138" y="0"/>
            <a:ext cx="1892300"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3" name="Google Shape;133;p23"/>
          <p:cNvSpPr/>
          <p:nvPr/>
        </p:nvSpPr>
        <p:spPr>
          <a:xfrm>
            <a:off x="4535" y="2448"/>
            <a:ext cx="409575"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34" name="Google Shape;134;p23"/>
          <p:cNvPicPr preferRelativeResize="0"/>
          <p:nvPr/>
        </p:nvPicPr>
        <p:blipFill rotWithShape="1">
          <a:blip r:embed="rId2">
            <a:alphaModFix/>
          </a:blip>
          <a:srcRect b="0" l="0" r="0" t="0"/>
          <a:stretch/>
        </p:blipFill>
        <p:spPr>
          <a:xfrm>
            <a:off x="10364572" y="6060701"/>
            <a:ext cx="1421688" cy="39905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lex _ Divider – 2 column title, text, table, image">
  <p:cSld name="Complex _ Divider – 2 column title, text, table, image">
    <p:bg>
      <p:bgPr>
        <a:solidFill>
          <a:schemeClr val="accent1"/>
        </a:solidFill>
      </p:bgPr>
    </p:bg>
    <p:spTree>
      <p:nvGrpSpPr>
        <p:cNvPr id="135" name="Shape 135"/>
        <p:cNvGrpSpPr/>
        <p:nvPr/>
      </p:nvGrpSpPr>
      <p:grpSpPr>
        <a:xfrm>
          <a:off x="0" y="0"/>
          <a:ext cx="0" cy="0"/>
          <a:chOff x="0" y="0"/>
          <a:chExt cx="0" cy="0"/>
        </a:xfrm>
      </p:grpSpPr>
      <p:sp>
        <p:nvSpPr>
          <p:cNvPr id="136" name="Google Shape;136;p24"/>
          <p:cNvSpPr txBox="1"/>
          <p:nvPr>
            <p:ph type="ctrTitle"/>
          </p:nvPr>
        </p:nvSpPr>
        <p:spPr>
          <a:xfrm>
            <a:off x="1354138" y="409575"/>
            <a:ext cx="3757703" cy="1830294"/>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FAFAFA"/>
              </a:buClr>
              <a:buSzPts val="3600"/>
              <a:buFont typeface="Arial"/>
              <a:buNone/>
              <a:defRPr sz="3600">
                <a:solidFill>
                  <a:srgbClr val="FAFAFA"/>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 name="Google Shape;137;p24"/>
          <p:cNvSpPr txBox="1"/>
          <p:nvPr>
            <p:ph idx="1" type="body"/>
          </p:nvPr>
        </p:nvSpPr>
        <p:spPr>
          <a:xfrm>
            <a:off x="1382624" y="2422525"/>
            <a:ext cx="3729218" cy="10064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3"/>
              </a:buClr>
              <a:buSzPts val="2400"/>
              <a:buNone/>
              <a:defRPr b="0" i="0" sz="2400">
                <a:solidFill>
                  <a:schemeClr val="accent3"/>
                </a:solidFill>
                <a:latin typeface="Arial"/>
                <a:ea typeface="Arial"/>
                <a:cs typeface="Arial"/>
                <a:sym typeface="Aria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138" name="Google Shape;138;p24"/>
          <p:cNvSpPr/>
          <p:nvPr>
            <p:ph idx="2" type="tbl"/>
          </p:nvPr>
        </p:nvSpPr>
        <p:spPr>
          <a:xfrm>
            <a:off x="1354139" y="3558615"/>
            <a:ext cx="2668022" cy="28289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9" name="Google Shape;139;p24"/>
          <p:cNvSpPr txBox="1"/>
          <p:nvPr>
            <p:ph idx="3" type="body"/>
          </p:nvPr>
        </p:nvSpPr>
        <p:spPr>
          <a:xfrm>
            <a:off x="5272740" y="882638"/>
            <a:ext cx="6508098" cy="41224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3"/>
              </a:buClr>
              <a:buSzPts val="1800"/>
              <a:buNone/>
              <a:defRPr b="0" i="0" sz="1800">
                <a:solidFill>
                  <a:schemeClr val="accent3"/>
                </a:solidFill>
                <a:latin typeface="Arial"/>
                <a:ea typeface="Arial"/>
                <a:cs typeface="Arial"/>
                <a:sym typeface="Aria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descr="Add a clear, concise statement describing the main purpose of the image" id="140" name="Google Shape;140;p24"/>
          <p:cNvSpPr/>
          <p:nvPr>
            <p:ph idx="4" type="pic"/>
          </p:nvPr>
        </p:nvSpPr>
        <p:spPr>
          <a:xfrm>
            <a:off x="5275105" y="1419226"/>
            <a:ext cx="6507320" cy="4406388"/>
          </a:xfrm>
          <a:prstGeom prst="rect">
            <a:avLst/>
          </a:prstGeom>
          <a:noFill/>
          <a:ln>
            <a:noFill/>
          </a:ln>
        </p:spPr>
      </p:sp>
      <p:sp>
        <p:nvSpPr>
          <p:cNvPr id="141" name="Google Shape;141;p24"/>
          <p:cNvSpPr/>
          <p:nvPr/>
        </p:nvSpPr>
        <p:spPr>
          <a:xfrm>
            <a:off x="0" y="0"/>
            <a:ext cx="409575"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42" name="Google Shape;142;p24"/>
          <p:cNvPicPr preferRelativeResize="0"/>
          <p:nvPr/>
        </p:nvPicPr>
        <p:blipFill rotWithShape="1">
          <a:blip r:embed="rId2">
            <a:alphaModFix/>
          </a:blip>
          <a:srcRect b="0" l="0" r="0" t="0"/>
          <a:stretch/>
        </p:blipFill>
        <p:spPr>
          <a:xfrm>
            <a:off x="10364572" y="6060701"/>
            <a:ext cx="1421688" cy="399052"/>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lex _Content – 2 column 1 title, 2 images, 2 text ">
  <p:cSld name="Complex _Content – 2 column 1 title, 2 images, 2 text ">
    <p:bg>
      <p:bgPr>
        <a:solidFill>
          <a:schemeClr val="lt1"/>
        </a:solidFill>
      </p:bgPr>
    </p:bg>
    <p:spTree>
      <p:nvGrpSpPr>
        <p:cNvPr id="143" name="Shape 143"/>
        <p:cNvGrpSpPr/>
        <p:nvPr/>
      </p:nvGrpSpPr>
      <p:grpSpPr>
        <a:xfrm>
          <a:off x="0" y="0"/>
          <a:ext cx="0" cy="0"/>
          <a:chOff x="0" y="0"/>
          <a:chExt cx="0" cy="0"/>
        </a:xfrm>
      </p:grpSpPr>
      <p:sp>
        <p:nvSpPr>
          <p:cNvPr id="144" name="Google Shape;144;p25"/>
          <p:cNvSpPr txBox="1"/>
          <p:nvPr>
            <p:ph type="ctrTitle"/>
          </p:nvPr>
        </p:nvSpPr>
        <p:spPr>
          <a:xfrm>
            <a:off x="1354138" y="409575"/>
            <a:ext cx="5965287" cy="1242244"/>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accent1"/>
              </a:buClr>
              <a:buSzPts val="3600"/>
              <a:buFont typeface="Arial"/>
              <a:buNone/>
              <a:defRPr sz="36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descr="Add a clear, concise statement describing the main purpose of the image" id="145" name="Google Shape;145;p25"/>
          <p:cNvSpPr/>
          <p:nvPr>
            <p:ph idx="2" type="pic"/>
          </p:nvPr>
        </p:nvSpPr>
        <p:spPr>
          <a:xfrm>
            <a:off x="1354138" y="2046440"/>
            <a:ext cx="5070914" cy="2160435"/>
          </a:xfrm>
          <a:prstGeom prst="rect">
            <a:avLst/>
          </a:prstGeom>
          <a:noFill/>
          <a:ln>
            <a:noFill/>
          </a:ln>
        </p:spPr>
      </p:sp>
      <p:sp>
        <p:nvSpPr>
          <p:cNvPr id="146" name="Google Shape;146;p25"/>
          <p:cNvSpPr txBox="1"/>
          <p:nvPr>
            <p:ph idx="1" type="body"/>
          </p:nvPr>
        </p:nvSpPr>
        <p:spPr>
          <a:xfrm>
            <a:off x="1353402" y="4438650"/>
            <a:ext cx="5070914" cy="1006475"/>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1"/>
              </a:buClr>
              <a:buSzPts val="1800"/>
              <a:buFont typeface="Noto Sans Symbols"/>
              <a:buNone/>
              <a:defRPr sz="1800"/>
            </a:lvl1pPr>
            <a:lvl2pPr indent="-342900" lvl="1" marL="914400" algn="l">
              <a:lnSpc>
                <a:spcPct val="90000"/>
              </a:lnSpc>
              <a:spcBef>
                <a:spcPts val="500"/>
              </a:spcBef>
              <a:spcAft>
                <a:spcPts val="0"/>
              </a:spcAft>
              <a:buClr>
                <a:schemeClr val="dk1"/>
              </a:buClr>
              <a:buSzPts val="1800"/>
              <a:buFont typeface="Noto Sans Symbols"/>
              <a:buChar char="▪"/>
              <a:defRPr sz="1800"/>
            </a:lvl2pPr>
            <a:lvl3pPr indent="-342900" lvl="2" marL="1371600" algn="l">
              <a:lnSpc>
                <a:spcPct val="90000"/>
              </a:lnSpc>
              <a:spcBef>
                <a:spcPts val="500"/>
              </a:spcBef>
              <a:spcAft>
                <a:spcPts val="0"/>
              </a:spcAft>
              <a:buClr>
                <a:schemeClr val="dk1"/>
              </a:buClr>
              <a:buSzPts val="1800"/>
              <a:buFont typeface="Noto Sans Symbols"/>
              <a:buChar char="▪"/>
              <a:defRPr sz="1800"/>
            </a:lvl3pPr>
            <a:lvl4pPr indent="-342900" lvl="3" marL="1828800" algn="l">
              <a:lnSpc>
                <a:spcPct val="90000"/>
              </a:lnSpc>
              <a:spcBef>
                <a:spcPts val="500"/>
              </a:spcBef>
              <a:spcAft>
                <a:spcPts val="0"/>
              </a:spcAft>
              <a:buClr>
                <a:schemeClr val="dk1"/>
              </a:buClr>
              <a:buSzPts val="1800"/>
              <a:buFont typeface="Noto Sans Symbols"/>
              <a:buChar char="▪"/>
              <a:defRPr sz="1800"/>
            </a:lvl4pPr>
            <a:lvl5pPr indent="-342900" lvl="4" marL="2286000" algn="l">
              <a:lnSpc>
                <a:spcPct val="90000"/>
              </a:lnSpc>
              <a:spcBef>
                <a:spcPts val="500"/>
              </a:spcBef>
              <a:spcAft>
                <a:spcPts val="0"/>
              </a:spcAft>
              <a:buClr>
                <a:schemeClr val="dk1"/>
              </a:buClr>
              <a:buSzPts val="1800"/>
              <a:buFont typeface="Noto Sans Symbols"/>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descr="Add a clear, concise statement describing the main purpose of the image" id="147" name="Google Shape;147;p25"/>
          <p:cNvSpPr/>
          <p:nvPr>
            <p:ph idx="3" type="pic"/>
          </p:nvPr>
        </p:nvSpPr>
        <p:spPr>
          <a:xfrm>
            <a:off x="6686368" y="2046440"/>
            <a:ext cx="5070914" cy="2160435"/>
          </a:xfrm>
          <a:prstGeom prst="rect">
            <a:avLst/>
          </a:prstGeom>
          <a:noFill/>
          <a:ln>
            <a:noFill/>
          </a:ln>
        </p:spPr>
      </p:sp>
      <p:sp>
        <p:nvSpPr>
          <p:cNvPr id="148" name="Google Shape;148;p25"/>
          <p:cNvSpPr txBox="1"/>
          <p:nvPr>
            <p:ph idx="4" type="body"/>
          </p:nvPr>
        </p:nvSpPr>
        <p:spPr>
          <a:xfrm>
            <a:off x="6686367" y="4438650"/>
            <a:ext cx="5049033" cy="1006475"/>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1"/>
              </a:buClr>
              <a:buSzPts val="1800"/>
              <a:buFont typeface="Noto Sans Symbols"/>
              <a:buNone/>
              <a:defRPr sz="1800"/>
            </a:lvl1pPr>
            <a:lvl2pPr indent="-342900" lvl="1" marL="914400" algn="l">
              <a:lnSpc>
                <a:spcPct val="90000"/>
              </a:lnSpc>
              <a:spcBef>
                <a:spcPts val="500"/>
              </a:spcBef>
              <a:spcAft>
                <a:spcPts val="0"/>
              </a:spcAft>
              <a:buClr>
                <a:schemeClr val="dk1"/>
              </a:buClr>
              <a:buSzPts val="1800"/>
              <a:buFont typeface="Noto Sans Symbols"/>
              <a:buChar char="▪"/>
              <a:defRPr sz="1800"/>
            </a:lvl2pPr>
            <a:lvl3pPr indent="-342900" lvl="2" marL="1371600" algn="l">
              <a:lnSpc>
                <a:spcPct val="90000"/>
              </a:lnSpc>
              <a:spcBef>
                <a:spcPts val="500"/>
              </a:spcBef>
              <a:spcAft>
                <a:spcPts val="0"/>
              </a:spcAft>
              <a:buClr>
                <a:schemeClr val="dk1"/>
              </a:buClr>
              <a:buSzPts val="1800"/>
              <a:buFont typeface="Noto Sans Symbols"/>
              <a:buChar char="▪"/>
              <a:defRPr sz="1800"/>
            </a:lvl3pPr>
            <a:lvl4pPr indent="-342900" lvl="3" marL="1828800" algn="l">
              <a:lnSpc>
                <a:spcPct val="90000"/>
              </a:lnSpc>
              <a:spcBef>
                <a:spcPts val="500"/>
              </a:spcBef>
              <a:spcAft>
                <a:spcPts val="0"/>
              </a:spcAft>
              <a:buClr>
                <a:schemeClr val="dk1"/>
              </a:buClr>
              <a:buSzPts val="1800"/>
              <a:buFont typeface="Noto Sans Symbols"/>
              <a:buChar char="▪"/>
              <a:defRPr sz="1800"/>
            </a:lvl4pPr>
            <a:lvl5pPr indent="-342900" lvl="4" marL="2286000" algn="l">
              <a:lnSpc>
                <a:spcPct val="90000"/>
              </a:lnSpc>
              <a:spcBef>
                <a:spcPts val="500"/>
              </a:spcBef>
              <a:spcAft>
                <a:spcPts val="0"/>
              </a:spcAft>
              <a:buClr>
                <a:schemeClr val="dk1"/>
              </a:buClr>
              <a:buSzPts val="1800"/>
              <a:buFont typeface="Noto Sans Symbols"/>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9" name="Google Shape;149;p25"/>
          <p:cNvSpPr/>
          <p:nvPr/>
        </p:nvSpPr>
        <p:spPr>
          <a:xfrm>
            <a:off x="0" y="0"/>
            <a:ext cx="409575"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50" name="Google Shape;150;p25"/>
          <p:cNvPicPr preferRelativeResize="0"/>
          <p:nvPr/>
        </p:nvPicPr>
        <p:blipFill rotWithShape="1">
          <a:blip r:embed="rId2">
            <a:alphaModFix/>
          </a:blip>
          <a:srcRect b="0" l="0" r="0" t="0"/>
          <a:stretch/>
        </p:blipFill>
        <p:spPr>
          <a:xfrm>
            <a:off x="10364572" y="6060701"/>
            <a:ext cx="1421688" cy="399052"/>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lex _Content – 2 column 1 title, 2 images, 2 text ">
  <p:cSld name="1_Complex _Content – 2 column 1 title, 2 images, 2 text ">
    <p:bg>
      <p:bgPr>
        <a:solidFill>
          <a:schemeClr val="lt1"/>
        </a:solidFill>
      </p:bgPr>
    </p:bg>
    <p:spTree>
      <p:nvGrpSpPr>
        <p:cNvPr id="151" name="Shape 151"/>
        <p:cNvGrpSpPr/>
        <p:nvPr/>
      </p:nvGrpSpPr>
      <p:grpSpPr>
        <a:xfrm>
          <a:off x="0" y="0"/>
          <a:ext cx="0" cy="0"/>
          <a:chOff x="0" y="0"/>
          <a:chExt cx="0" cy="0"/>
        </a:xfrm>
      </p:grpSpPr>
      <p:sp>
        <p:nvSpPr>
          <p:cNvPr id="152" name="Google Shape;152;p26"/>
          <p:cNvSpPr txBox="1"/>
          <p:nvPr>
            <p:ph type="ctrTitle"/>
          </p:nvPr>
        </p:nvSpPr>
        <p:spPr>
          <a:xfrm>
            <a:off x="1343450" y="409575"/>
            <a:ext cx="5965287" cy="1242244"/>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accent1"/>
              </a:buClr>
              <a:buSzPts val="3600"/>
              <a:buFont typeface="Arial"/>
              <a:buNone/>
              <a:defRPr sz="36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descr="Add a clear, concise statement describing the main purpose of the image" id="153" name="Google Shape;153;p26"/>
          <p:cNvSpPr/>
          <p:nvPr>
            <p:ph idx="2" type="pic"/>
          </p:nvPr>
        </p:nvSpPr>
        <p:spPr>
          <a:xfrm>
            <a:off x="1343449" y="2046440"/>
            <a:ext cx="4502211" cy="3398685"/>
          </a:xfrm>
          <a:prstGeom prst="rect">
            <a:avLst/>
          </a:prstGeom>
          <a:noFill/>
          <a:ln>
            <a:noFill/>
          </a:ln>
        </p:spPr>
      </p:sp>
      <p:sp>
        <p:nvSpPr>
          <p:cNvPr id="154" name="Google Shape;154;p26"/>
          <p:cNvSpPr txBox="1"/>
          <p:nvPr>
            <p:ph idx="1" type="body"/>
          </p:nvPr>
        </p:nvSpPr>
        <p:spPr>
          <a:xfrm>
            <a:off x="6096000" y="2046440"/>
            <a:ext cx="5684838" cy="3398685"/>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1"/>
              </a:buClr>
              <a:buSzPts val="1800"/>
              <a:buFont typeface="Noto Sans Symbols"/>
              <a:buNone/>
              <a:defRPr sz="1800"/>
            </a:lvl1pPr>
            <a:lvl2pPr indent="-342900" lvl="1" marL="914400" algn="l">
              <a:lnSpc>
                <a:spcPct val="90000"/>
              </a:lnSpc>
              <a:spcBef>
                <a:spcPts val="500"/>
              </a:spcBef>
              <a:spcAft>
                <a:spcPts val="0"/>
              </a:spcAft>
              <a:buClr>
                <a:schemeClr val="dk1"/>
              </a:buClr>
              <a:buSzPts val="1800"/>
              <a:buFont typeface="Noto Sans Symbols"/>
              <a:buChar char="▪"/>
              <a:defRPr sz="1800"/>
            </a:lvl2pPr>
            <a:lvl3pPr indent="-342900" lvl="2" marL="1371600" algn="l">
              <a:lnSpc>
                <a:spcPct val="90000"/>
              </a:lnSpc>
              <a:spcBef>
                <a:spcPts val="500"/>
              </a:spcBef>
              <a:spcAft>
                <a:spcPts val="0"/>
              </a:spcAft>
              <a:buClr>
                <a:schemeClr val="dk1"/>
              </a:buClr>
              <a:buSzPts val="1800"/>
              <a:buFont typeface="Noto Sans Symbols"/>
              <a:buChar char="▪"/>
              <a:defRPr sz="1800"/>
            </a:lvl3pPr>
            <a:lvl4pPr indent="-342900" lvl="3" marL="1828800" algn="l">
              <a:lnSpc>
                <a:spcPct val="90000"/>
              </a:lnSpc>
              <a:spcBef>
                <a:spcPts val="500"/>
              </a:spcBef>
              <a:spcAft>
                <a:spcPts val="0"/>
              </a:spcAft>
              <a:buClr>
                <a:schemeClr val="dk1"/>
              </a:buClr>
              <a:buSzPts val="1800"/>
              <a:buFont typeface="Noto Sans Symbols"/>
              <a:buChar char="▪"/>
              <a:defRPr sz="1800"/>
            </a:lvl4pPr>
            <a:lvl5pPr indent="-342900" lvl="4" marL="2286000" algn="l">
              <a:lnSpc>
                <a:spcPct val="90000"/>
              </a:lnSpc>
              <a:spcBef>
                <a:spcPts val="500"/>
              </a:spcBef>
              <a:spcAft>
                <a:spcPts val="0"/>
              </a:spcAft>
              <a:buClr>
                <a:schemeClr val="dk1"/>
              </a:buClr>
              <a:buSzPts val="1800"/>
              <a:buFont typeface="Noto Sans Symbols"/>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 name="Google Shape;155;p26"/>
          <p:cNvSpPr/>
          <p:nvPr/>
        </p:nvSpPr>
        <p:spPr>
          <a:xfrm>
            <a:off x="0" y="0"/>
            <a:ext cx="409575"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56" name="Google Shape;156;p26"/>
          <p:cNvPicPr preferRelativeResize="0"/>
          <p:nvPr/>
        </p:nvPicPr>
        <p:blipFill rotWithShape="1">
          <a:blip r:embed="rId2">
            <a:alphaModFix/>
          </a:blip>
          <a:srcRect b="0" l="0" r="0" t="0"/>
          <a:stretch/>
        </p:blipFill>
        <p:spPr>
          <a:xfrm>
            <a:off x="10364572" y="6060701"/>
            <a:ext cx="1421688" cy="399052"/>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lex _Content – 4 column title, 4 images, 4 text">
  <p:cSld name="Complex _Content – 4 column title, 4 images, 4 text">
    <p:bg>
      <p:bgPr>
        <a:solidFill>
          <a:schemeClr val="lt1"/>
        </a:solidFill>
      </p:bgPr>
    </p:bg>
    <p:spTree>
      <p:nvGrpSpPr>
        <p:cNvPr id="157" name="Shape 157"/>
        <p:cNvGrpSpPr/>
        <p:nvPr/>
      </p:nvGrpSpPr>
      <p:grpSpPr>
        <a:xfrm>
          <a:off x="0" y="0"/>
          <a:ext cx="0" cy="0"/>
          <a:chOff x="0" y="0"/>
          <a:chExt cx="0" cy="0"/>
        </a:xfrm>
      </p:grpSpPr>
      <p:sp>
        <p:nvSpPr>
          <p:cNvPr id="158" name="Google Shape;158;p27"/>
          <p:cNvSpPr txBox="1"/>
          <p:nvPr>
            <p:ph idx="1" type="body"/>
          </p:nvPr>
        </p:nvSpPr>
        <p:spPr>
          <a:xfrm>
            <a:off x="1354138" y="409575"/>
            <a:ext cx="8569680" cy="137795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1"/>
              </a:buClr>
              <a:buSzPts val="3600"/>
              <a:buNone/>
              <a:defRPr b="1" i="0" sz="36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vl2pPr>
            <a:lvl3pPr indent="-228600" lvl="2" marL="1371600" algn="l">
              <a:lnSpc>
                <a:spcPct val="90000"/>
              </a:lnSpc>
              <a:spcBef>
                <a:spcPts val="500"/>
              </a:spcBef>
              <a:spcAft>
                <a:spcPts val="0"/>
              </a:spcAft>
              <a:buClr>
                <a:schemeClr val="dk1"/>
              </a:buClr>
              <a:buSzPts val="20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descr="Add a clear, concise statement describing the main purpose of the image" id="159" name="Google Shape;159;p27"/>
          <p:cNvSpPr/>
          <p:nvPr>
            <p:ph idx="2" type="pic"/>
          </p:nvPr>
        </p:nvSpPr>
        <p:spPr>
          <a:xfrm>
            <a:off x="1354136" y="2185495"/>
            <a:ext cx="2445318" cy="1748196"/>
          </a:xfrm>
          <a:prstGeom prst="rect">
            <a:avLst/>
          </a:prstGeom>
          <a:noFill/>
          <a:ln>
            <a:noFill/>
          </a:ln>
        </p:spPr>
      </p:sp>
      <p:sp>
        <p:nvSpPr>
          <p:cNvPr id="160" name="Google Shape;160;p27"/>
          <p:cNvSpPr txBox="1"/>
          <p:nvPr>
            <p:ph type="ctrTitle"/>
          </p:nvPr>
        </p:nvSpPr>
        <p:spPr>
          <a:xfrm>
            <a:off x="1354135" y="4204795"/>
            <a:ext cx="2438375" cy="1242244"/>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chemeClr val="dk2"/>
              </a:buClr>
              <a:buSzPts val="1800"/>
              <a:buFont typeface="Arial"/>
              <a:buNone/>
              <a:defRPr b="0" i="0" sz="1800">
                <a:solidFill>
                  <a:schemeClr val="dk2"/>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descr="Add a clear, concise statement describing the main purpose of the image" id="161" name="Google Shape;161;p27"/>
          <p:cNvSpPr/>
          <p:nvPr>
            <p:ph idx="3" type="pic"/>
          </p:nvPr>
        </p:nvSpPr>
        <p:spPr>
          <a:xfrm>
            <a:off x="4014597" y="2185495"/>
            <a:ext cx="2445318" cy="1748196"/>
          </a:xfrm>
          <a:prstGeom prst="rect">
            <a:avLst/>
          </a:prstGeom>
          <a:noFill/>
          <a:ln>
            <a:noFill/>
          </a:ln>
        </p:spPr>
      </p:sp>
      <p:sp>
        <p:nvSpPr>
          <p:cNvPr id="162" name="Google Shape;162;p27"/>
          <p:cNvSpPr txBox="1"/>
          <p:nvPr>
            <p:ph idx="4" type="body"/>
          </p:nvPr>
        </p:nvSpPr>
        <p:spPr>
          <a:xfrm>
            <a:off x="4014597" y="4204795"/>
            <a:ext cx="2445318" cy="1268976"/>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1"/>
              </a:buClr>
              <a:buSzPts val="1800"/>
              <a:buNone/>
              <a:defRPr b="0" i="0" sz="1800">
                <a:latin typeface="Arial"/>
                <a:ea typeface="Arial"/>
                <a:cs typeface="Arial"/>
                <a:sym typeface="Arial"/>
              </a:defRPr>
            </a:lvl1pPr>
            <a:lvl2pPr indent="-228600" lvl="1" marL="914400" algn="l">
              <a:lnSpc>
                <a:spcPct val="90000"/>
              </a:lnSpc>
              <a:spcBef>
                <a:spcPts val="500"/>
              </a:spcBef>
              <a:spcAft>
                <a:spcPts val="0"/>
              </a:spcAft>
              <a:buClr>
                <a:schemeClr val="dk1"/>
              </a:buClr>
              <a:buSzPts val="1200"/>
              <a:buNone/>
              <a:defRPr b="0" i="0" sz="1200">
                <a:latin typeface="Arial"/>
                <a:ea typeface="Arial"/>
                <a:cs typeface="Arial"/>
                <a:sym typeface="Arial"/>
              </a:defRPr>
            </a:lvl2pPr>
            <a:lvl3pPr indent="-228600" lvl="2" marL="1371600" algn="l">
              <a:lnSpc>
                <a:spcPct val="90000"/>
              </a:lnSpc>
              <a:spcBef>
                <a:spcPts val="500"/>
              </a:spcBef>
              <a:spcAft>
                <a:spcPts val="0"/>
              </a:spcAft>
              <a:buClr>
                <a:schemeClr val="dk1"/>
              </a:buClr>
              <a:buSzPts val="1200"/>
              <a:buNone/>
              <a:defRPr b="0" i="0" sz="1200">
                <a:latin typeface="Arial"/>
                <a:ea typeface="Arial"/>
                <a:cs typeface="Arial"/>
                <a:sym typeface="Arial"/>
              </a:defRPr>
            </a:lvl3pPr>
            <a:lvl4pPr indent="-228600" lvl="3" marL="1828800" algn="l">
              <a:lnSpc>
                <a:spcPct val="90000"/>
              </a:lnSpc>
              <a:spcBef>
                <a:spcPts val="500"/>
              </a:spcBef>
              <a:spcAft>
                <a:spcPts val="0"/>
              </a:spcAft>
              <a:buClr>
                <a:schemeClr val="dk1"/>
              </a:buClr>
              <a:buSzPts val="1200"/>
              <a:buNone/>
              <a:defRPr b="0" i="0" sz="1200">
                <a:latin typeface="Arial"/>
                <a:ea typeface="Arial"/>
                <a:cs typeface="Arial"/>
                <a:sym typeface="Arial"/>
              </a:defRPr>
            </a:lvl4pPr>
            <a:lvl5pPr indent="-228600" lvl="4" marL="2286000" algn="l">
              <a:lnSpc>
                <a:spcPct val="90000"/>
              </a:lnSpc>
              <a:spcBef>
                <a:spcPts val="500"/>
              </a:spcBef>
              <a:spcAft>
                <a:spcPts val="0"/>
              </a:spcAft>
              <a:buClr>
                <a:schemeClr val="dk1"/>
              </a:buClr>
              <a:buSzPts val="1200"/>
              <a:buNone/>
              <a:defRPr b="0" i="0" sz="12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descr="Add a clear, concise statement describing the main purpose of the image" id="163" name="Google Shape;163;p27"/>
          <p:cNvSpPr/>
          <p:nvPr>
            <p:ph idx="5" type="pic"/>
          </p:nvPr>
        </p:nvSpPr>
        <p:spPr>
          <a:xfrm>
            <a:off x="6675058" y="2185495"/>
            <a:ext cx="2445318" cy="1748196"/>
          </a:xfrm>
          <a:prstGeom prst="rect">
            <a:avLst/>
          </a:prstGeom>
          <a:noFill/>
          <a:ln>
            <a:noFill/>
          </a:ln>
        </p:spPr>
      </p:sp>
      <p:sp>
        <p:nvSpPr>
          <p:cNvPr id="164" name="Google Shape;164;p27"/>
          <p:cNvSpPr txBox="1"/>
          <p:nvPr>
            <p:ph idx="6" type="body"/>
          </p:nvPr>
        </p:nvSpPr>
        <p:spPr>
          <a:xfrm>
            <a:off x="6675058" y="4204795"/>
            <a:ext cx="2426413" cy="1242244"/>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1"/>
              </a:buClr>
              <a:buSzPts val="1800"/>
              <a:buNone/>
              <a:defRPr b="0" i="0" sz="1800">
                <a:latin typeface="Arial"/>
                <a:ea typeface="Arial"/>
                <a:cs typeface="Arial"/>
                <a:sym typeface="Arial"/>
              </a:defRPr>
            </a:lvl1pPr>
            <a:lvl2pPr indent="-228600" lvl="1" marL="914400" algn="l">
              <a:lnSpc>
                <a:spcPct val="90000"/>
              </a:lnSpc>
              <a:spcBef>
                <a:spcPts val="500"/>
              </a:spcBef>
              <a:spcAft>
                <a:spcPts val="0"/>
              </a:spcAft>
              <a:buClr>
                <a:schemeClr val="dk1"/>
              </a:buClr>
              <a:buSzPts val="1200"/>
              <a:buNone/>
              <a:defRPr b="0" i="0" sz="1200">
                <a:latin typeface="Arial"/>
                <a:ea typeface="Arial"/>
                <a:cs typeface="Arial"/>
                <a:sym typeface="Arial"/>
              </a:defRPr>
            </a:lvl2pPr>
            <a:lvl3pPr indent="-228600" lvl="2" marL="1371600" algn="l">
              <a:lnSpc>
                <a:spcPct val="90000"/>
              </a:lnSpc>
              <a:spcBef>
                <a:spcPts val="500"/>
              </a:spcBef>
              <a:spcAft>
                <a:spcPts val="0"/>
              </a:spcAft>
              <a:buClr>
                <a:schemeClr val="dk1"/>
              </a:buClr>
              <a:buSzPts val="1200"/>
              <a:buNone/>
              <a:defRPr b="0" i="0" sz="1200">
                <a:latin typeface="Arial"/>
                <a:ea typeface="Arial"/>
                <a:cs typeface="Arial"/>
                <a:sym typeface="Arial"/>
              </a:defRPr>
            </a:lvl3pPr>
            <a:lvl4pPr indent="-228600" lvl="3" marL="1828800" algn="l">
              <a:lnSpc>
                <a:spcPct val="90000"/>
              </a:lnSpc>
              <a:spcBef>
                <a:spcPts val="500"/>
              </a:spcBef>
              <a:spcAft>
                <a:spcPts val="0"/>
              </a:spcAft>
              <a:buClr>
                <a:schemeClr val="dk1"/>
              </a:buClr>
              <a:buSzPts val="1200"/>
              <a:buNone/>
              <a:defRPr b="0" i="0" sz="1200">
                <a:latin typeface="Arial"/>
                <a:ea typeface="Arial"/>
                <a:cs typeface="Arial"/>
                <a:sym typeface="Arial"/>
              </a:defRPr>
            </a:lvl4pPr>
            <a:lvl5pPr indent="-228600" lvl="4" marL="2286000" algn="l">
              <a:lnSpc>
                <a:spcPct val="90000"/>
              </a:lnSpc>
              <a:spcBef>
                <a:spcPts val="500"/>
              </a:spcBef>
              <a:spcAft>
                <a:spcPts val="0"/>
              </a:spcAft>
              <a:buClr>
                <a:schemeClr val="dk1"/>
              </a:buClr>
              <a:buSzPts val="1200"/>
              <a:buNone/>
              <a:defRPr b="0" i="0" sz="12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descr="Add a clear, concise statement describing the main purpose of the image" id="165" name="Google Shape;165;p27"/>
          <p:cNvSpPr/>
          <p:nvPr>
            <p:ph idx="7" type="pic"/>
          </p:nvPr>
        </p:nvSpPr>
        <p:spPr>
          <a:xfrm>
            <a:off x="9335520" y="2185495"/>
            <a:ext cx="2445318" cy="1748196"/>
          </a:xfrm>
          <a:prstGeom prst="rect">
            <a:avLst/>
          </a:prstGeom>
          <a:noFill/>
          <a:ln>
            <a:noFill/>
          </a:ln>
        </p:spPr>
      </p:sp>
      <p:sp>
        <p:nvSpPr>
          <p:cNvPr id="166" name="Google Shape;166;p27"/>
          <p:cNvSpPr txBox="1"/>
          <p:nvPr>
            <p:ph idx="8" type="body"/>
          </p:nvPr>
        </p:nvSpPr>
        <p:spPr>
          <a:xfrm>
            <a:off x="9320932" y="4204795"/>
            <a:ext cx="2459905" cy="1266825"/>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dk1"/>
              </a:buClr>
              <a:buSzPts val="1800"/>
              <a:buNone/>
              <a:defRPr b="0" i="0" sz="1800">
                <a:latin typeface="Arial"/>
                <a:ea typeface="Arial"/>
                <a:cs typeface="Arial"/>
                <a:sym typeface="Arial"/>
              </a:defRPr>
            </a:lvl1pPr>
            <a:lvl2pPr indent="-228600" lvl="1" marL="914400" algn="l">
              <a:lnSpc>
                <a:spcPct val="90000"/>
              </a:lnSpc>
              <a:spcBef>
                <a:spcPts val="500"/>
              </a:spcBef>
              <a:spcAft>
                <a:spcPts val="0"/>
              </a:spcAft>
              <a:buClr>
                <a:schemeClr val="dk1"/>
              </a:buClr>
              <a:buSzPts val="1200"/>
              <a:buNone/>
              <a:defRPr b="0" i="0" sz="1200">
                <a:latin typeface="Arial"/>
                <a:ea typeface="Arial"/>
                <a:cs typeface="Arial"/>
                <a:sym typeface="Arial"/>
              </a:defRPr>
            </a:lvl2pPr>
            <a:lvl3pPr indent="-228600" lvl="2" marL="1371600" algn="l">
              <a:lnSpc>
                <a:spcPct val="90000"/>
              </a:lnSpc>
              <a:spcBef>
                <a:spcPts val="500"/>
              </a:spcBef>
              <a:spcAft>
                <a:spcPts val="0"/>
              </a:spcAft>
              <a:buClr>
                <a:schemeClr val="dk1"/>
              </a:buClr>
              <a:buSzPts val="1200"/>
              <a:buNone/>
              <a:defRPr b="0" i="0" sz="1200">
                <a:latin typeface="Arial"/>
                <a:ea typeface="Arial"/>
                <a:cs typeface="Arial"/>
                <a:sym typeface="Arial"/>
              </a:defRPr>
            </a:lvl3pPr>
            <a:lvl4pPr indent="-228600" lvl="3" marL="1828800" algn="l">
              <a:lnSpc>
                <a:spcPct val="90000"/>
              </a:lnSpc>
              <a:spcBef>
                <a:spcPts val="500"/>
              </a:spcBef>
              <a:spcAft>
                <a:spcPts val="0"/>
              </a:spcAft>
              <a:buClr>
                <a:schemeClr val="dk1"/>
              </a:buClr>
              <a:buSzPts val="1200"/>
              <a:buNone/>
              <a:defRPr b="0" i="0" sz="1200">
                <a:latin typeface="Arial"/>
                <a:ea typeface="Arial"/>
                <a:cs typeface="Arial"/>
                <a:sym typeface="Arial"/>
              </a:defRPr>
            </a:lvl4pPr>
            <a:lvl5pPr indent="-228600" lvl="4" marL="2286000" algn="l">
              <a:lnSpc>
                <a:spcPct val="90000"/>
              </a:lnSpc>
              <a:spcBef>
                <a:spcPts val="500"/>
              </a:spcBef>
              <a:spcAft>
                <a:spcPts val="0"/>
              </a:spcAft>
              <a:buClr>
                <a:schemeClr val="dk1"/>
              </a:buClr>
              <a:buSzPts val="1200"/>
              <a:buNone/>
              <a:defRPr b="0" i="0" sz="12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7" name="Google Shape;167;p27"/>
          <p:cNvSpPr/>
          <p:nvPr/>
        </p:nvSpPr>
        <p:spPr>
          <a:xfrm>
            <a:off x="0" y="-11993"/>
            <a:ext cx="409575"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68" name="Google Shape;168;p27"/>
          <p:cNvPicPr preferRelativeResize="0"/>
          <p:nvPr/>
        </p:nvPicPr>
        <p:blipFill rotWithShape="1">
          <a:blip r:embed="rId2">
            <a:alphaModFix/>
          </a:blip>
          <a:srcRect b="0" l="0" r="0" t="0"/>
          <a:stretch/>
        </p:blipFill>
        <p:spPr>
          <a:xfrm>
            <a:off x="10364572" y="6060701"/>
            <a:ext cx="1421688" cy="399052"/>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lex _Content – 2 column title, 1 subheading, 2 image/graphs/charts">
  <p:cSld name="Complex _Content – 2 column title, 1 subheading, 2 image/graphs/charts">
    <p:spTree>
      <p:nvGrpSpPr>
        <p:cNvPr id="169" name="Shape 169"/>
        <p:cNvGrpSpPr/>
        <p:nvPr/>
      </p:nvGrpSpPr>
      <p:grpSpPr>
        <a:xfrm>
          <a:off x="0" y="0"/>
          <a:ext cx="0" cy="0"/>
          <a:chOff x="0" y="0"/>
          <a:chExt cx="0" cy="0"/>
        </a:xfrm>
      </p:grpSpPr>
      <p:sp>
        <p:nvSpPr>
          <p:cNvPr id="170" name="Google Shape;170;p28"/>
          <p:cNvSpPr txBox="1"/>
          <p:nvPr>
            <p:ph idx="1" type="body"/>
          </p:nvPr>
        </p:nvSpPr>
        <p:spPr>
          <a:xfrm>
            <a:off x="1354139" y="421180"/>
            <a:ext cx="4303112" cy="156091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1"/>
              </a:buClr>
              <a:buSzPts val="3600"/>
              <a:buNone/>
              <a:defRPr b="1" i="0" sz="36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71" name="Google Shape;171;p28"/>
          <p:cNvSpPr txBox="1"/>
          <p:nvPr>
            <p:ph idx="2" type="body"/>
          </p:nvPr>
        </p:nvSpPr>
        <p:spPr>
          <a:xfrm>
            <a:off x="6096001" y="419192"/>
            <a:ext cx="5684838" cy="1128506"/>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1"/>
              </a:buClr>
              <a:buSzPts val="2400"/>
              <a:buNone/>
              <a:defRPr b="0" i="0" sz="2400">
                <a:solidFill>
                  <a:schemeClr val="accent1"/>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72" name="Google Shape;172;p28"/>
          <p:cNvSpPr txBox="1"/>
          <p:nvPr>
            <p:ph idx="3" type="body"/>
          </p:nvPr>
        </p:nvSpPr>
        <p:spPr>
          <a:xfrm>
            <a:off x="1354138" y="2422525"/>
            <a:ext cx="4303112" cy="3022601"/>
          </a:xfrm>
          <a:prstGeom prst="rect">
            <a:avLst/>
          </a:prstGeom>
          <a:noFill/>
          <a:ln>
            <a:noFill/>
          </a:ln>
        </p:spPr>
        <p:txBody>
          <a:bodyPr anchorCtr="0" anchor="t" bIns="45700" lIns="91425" spcFirstLastPara="1" rIns="91425" wrap="square" tIns="45700">
            <a:noAutofit/>
          </a:bodyPr>
          <a:lstStyle>
            <a:lvl1pPr indent="-228600" lvl="0" marL="457200" marR="0" algn="l">
              <a:lnSpc>
                <a:spcPct val="90000"/>
              </a:lnSpc>
              <a:spcBef>
                <a:spcPts val="1000"/>
              </a:spcBef>
              <a:spcAft>
                <a:spcPts val="0"/>
              </a:spcAft>
              <a:buClr>
                <a:schemeClr val="dk1"/>
              </a:buClr>
              <a:buSzPts val="1800"/>
              <a:buFont typeface="Arial"/>
              <a:buNone/>
              <a:defRPr sz="18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 name="Google Shape;173;p28"/>
          <p:cNvSpPr txBox="1"/>
          <p:nvPr>
            <p:ph idx="4" type="body"/>
          </p:nvPr>
        </p:nvSpPr>
        <p:spPr>
          <a:xfrm>
            <a:off x="6096000" y="2422525"/>
            <a:ext cx="5649921" cy="3022601"/>
          </a:xfrm>
          <a:prstGeom prst="rect">
            <a:avLst/>
          </a:prstGeom>
          <a:noFill/>
          <a:ln>
            <a:noFill/>
          </a:ln>
        </p:spPr>
        <p:txBody>
          <a:bodyPr anchorCtr="0" anchor="t" bIns="45700" lIns="91425" spcFirstLastPara="1" rIns="91425" wrap="square" tIns="45700">
            <a:noAutofit/>
          </a:bodyPr>
          <a:lstStyle>
            <a:lvl1pPr indent="-228600" lvl="0" marL="457200" marR="0" algn="l">
              <a:lnSpc>
                <a:spcPct val="90000"/>
              </a:lnSpc>
              <a:spcBef>
                <a:spcPts val="1000"/>
              </a:spcBef>
              <a:spcAft>
                <a:spcPts val="0"/>
              </a:spcAft>
              <a:buClr>
                <a:schemeClr val="dk1"/>
              </a:buClr>
              <a:buSzPts val="1800"/>
              <a:buFont typeface="Arial"/>
              <a:buNone/>
              <a:defRPr sz="18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 name="Google Shape;174;p28"/>
          <p:cNvSpPr/>
          <p:nvPr/>
        </p:nvSpPr>
        <p:spPr>
          <a:xfrm>
            <a:off x="-18137" y="0"/>
            <a:ext cx="409575"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75" name="Google Shape;175;p28"/>
          <p:cNvPicPr preferRelativeResize="0"/>
          <p:nvPr/>
        </p:nvPicPr>
        <p:blipFill rotWithShape="1">
          <a:blip r:embed="rId2">
            <a:alphaModFix/>
          </a:blip>
          <a:srcRect b="0" l="0" r="0" t="0"/>
          <a:stretch/>
        </p:blipFill>
        <p:spPr>
          <a:xfrm>
            <a:off x="10364572" y="6060701"/>
            <a:ext cx="1421688" cy="399052"/>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 full page image white logo">
  <p:cSld name="1_Content – full page image white logo">
    <p:spTree>
      <p:nvGrpSpPr>
        <p:cNvPr id="176" name="Shape 176"/>
        <p:cNvGrpSpPr/>
        <p:nvPr/>
      </p:nvGrpSpPr>
      <p:grpSpPr>
        <a:xfrm>
          <a:off x="0" y="0"/>
          <a:ext cx="0" cy="0"/>
          <a:chOff x="0" y="0"/>
          <a:chExt cx="0" cy="0"/>
        </a:xfrm>
      </p:grpSpPr>
      <p:sp>
        <p:nvSpPr>
          <p:cNvPr descr="Add a clear, concise statement describing the main purpose of the image" id="177" name="Google Shape;177;p29"/>
          <p:cNvSpPr/>
          <p:nvPr>
            <p:ph idx="2" type="pic"/>
          </p:nvPr>
        </p:nvSpPr>
        <p:spPr>
          <a:xfrm>
            <a:off x="391438" y="0"/>
            <a:ext cx="11800562" cy="6858000"/>
          </a:xfrm>
          <a:prstGeom prst="rect">
            <a:avLst/>
          </a:prstGeom>
          <a:noFill/>
          <a:ln>
            <a:noFill/>
          </a:ln>
        </p:spPr>
      </p:sp>
      <p:sp>
        <p:nvSpPr>
          <p:cNvPr id="178" name="Google Shape;178;p29"/>
          <p:cNvSpPr/>
          <p:nvPr/>
        </p:nvSpPr>
        <p:spPr>
          <a:xfrm>
            <a:off x="-18137" y="0"/>
            <a:ext cx="409575"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9" name="Google Shape;179;p29"/>
          <p:cNvSpPr/>
          <p:nvPr/>
        </p:nvSpPr>
        <p:spPr>
          <a:xfrm>
            <a:off x="10360890" y="6067187"/>
            <a:ext cx="1432605" cy="402117"/>
          </a:xfrm>
          <a:prstGeom prst="rect">
            <a:avLst/>
          </a:prstGeom>
          <a:solidFill>
            <a:srgbClr val="FFFFFF"/>
          </a:solid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2.xml"/><Relationship Id="rId10" Type="http://schemas.openxmlformats.org/officeDocument/2006/relationships/slideLayout" Target="../slideLayouts/slideLayout11.xml"/><Relationship Id="rId13" Type="http://schemas.openxmlformats.org/officeDocument/2006/relationships/slideLayout" Target="../slideLayouts/slideLayout14.xml"/><Relationship Id="rId12" Type="http://schemas.openxmlformats.org/officeDocument/2006/relationships/slideLayout" Target="../slideLayouts/slideLayout13.xml"/><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9" Type="http://schemas.openxmlformats.org/officeDocument/2006/relationships/slideLayout" Target="../slideLayouts/slideLayout10.xml"/><Relationship Id="rId15" Type="http://schemas.openxmlformats.org/officeDocument/2006/relationships/slideLayout" Target="../slideLayouts/slideLayout16.xml"/><Relationship Id="rId14" Type="http://schemas.openxmlformats.org/officeDocument/2006/relationships/slideLayout" Target="../slideLayouts/slideLayout15.xml"/><Relationship Id="rId17" Type="http://schemas.openxmlformats.org/officeDocument/2006/relationships/slideLayout" Target="../slideLayouts/slideLayout18.xml"/><Relationship Id="rId16" Type="http://schemas.openxmlformats.org/officeDocument/2006/relationships/slideLayout" Target="../slideLayouts/slideLayout17.xml"/><Relationship Id="rId5" Type="http://schemas.openxmlformats.org/officeDocument/2006/relationships/slideLayout" Target="../slideLayouts/slideLayout6.xml"/><Relationship Id="rId6" Type="http://schemas.openxmlformats.org/officeDocument/2006/relationships/slideLayout" Target="../slideLayouts/slideLayout7.xml"/><Relationship Id="rId18" Type="http://schemas.openxmlformats.org/officeDocument/2006/relationships/theme" Target="../theme/theme3.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slideLayout" Target="../slideLayouts/slideLayout20.xml"/><Relationship Id="rId3" Type="http://schemas.openxmlformats.org/officeDocument/2006/relationships/slideLayout" Target="../slideLayouts/slideLayout21.xml"/><Relationship Id="rId4" Type="http://schemas.openxmlformats.org/officeDocument/2006/relationships/slideLayout" Target="../slideLayouts/slideLayout22.xml"/><Relationship Id="rId9" Type="http://schemas.openxmlformats.org/officeDocument/2006/relationships/theme" Target="../theme/theme4.xml"/><Relationship Id="rId5" Type="http://schemas.openxmlformats.org/officeDocument/2006/relationships/slideLayout" Target="../slideLayouts/slideLayout23.xml"/><Relationship Id="rId6" Type="http://schemas.openxmlformats.org/officeDocument/2006/relationships/slideLayout" Target="../slideLayouts/slideLayout24.xml"/><Relationship Id="rId7" Type="http://schemas.openxmlformats.org/officeDocument/2006/relationships/slideLayout" Target="../slideLayouts/slideLayout25.xml"/><Relationship Id="rId8"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1" i="0" sz="4400" u="none" cap="none" strike="noStrike">
                <a:solidFill>
                  <a:schemeClr val="dk1"/>
                </a:solidFill>
                <a:latin typeface="Arial"/>
                <a:ea typeface="Arial"/>
                <a:cs typeface="Arial"/>
                <a:sym typeface="Arial"/>
              </a:defRPr>
            </a:lvl1pPr>
            <a:lvl2pPr lvl="1" marR="0" rtl="0" algn="l">
              <a:lnSpc>
                <a:spcPct val="90000"/>
              </a:lnSpc>
              <a:spcBef>
                <a:spcPts val="0"/>
              </a:spcBef>
              <a:spcAft>
                <a:spcPts val="0"/>
              </a:spcAft>
              <a:buSzPts val="1400"/>
              <a:buNone/>
              <a:defRPr b="0" i="0" sz="4400" u="none" cap="none" strike="noStrike">
                <a:solidFill>
                  <a:schemeClr val="dk1"/>
                </a:solidFill>
                <a:latin typeface="Play"/>
                <a:ea typeface="Play"/>
                <a:cs typeface="Play"/>
                <a:sym typeface="Play"/>
              </a:defRPr>
            </a:lvl2pPr>
            <a:lvl3pPr lvl="2" marR="0" rtl="0" algn="l">
              <a:lnSpc>
                <a:spcPct val="90000"/>
              </a:lnSpc>
              <a:spcBef>
                <a:spcPts val="0"/>
              </a:spcBef>
              <a:spcAft>
                <a:spcPts val="0"/>
              </a:spcAft>
              <a:buSzPts val="1400"/>
              <a:buNone/>
              <a:defRPr b="0" i="0" sz="4400" u="none" cap="none" strike="noStrike">
                <a:solidFill>
                  <a:schemeClr val="dk1"/>
                </a:solidFill>
                <a:latin typeface="Play"/>
                <a:ea typeface="Play"/>
                <a:cs typeface="Play"/>
                <a:sym typeface="Play"/>
              </a:defRPr>
            </a:lvl3pPr>
            <a:lvl4pPr lvl="3" marR="0" rtl="0" algn="l">
              <a:lnSpc>
                <a:spcPct val="90000"/>
              </a:lnSpc>
              <a:spcBef>
                <a:spcPts val="0"/>
              </a:spcBef>
              <a:spcAft>
                <a:spcPts val="0"/>
              </a:spcAft>
              <a:buSzPts val="1400"/>
              <a:buNone/>
              <a:defRPr b="0" i="0" sz="4400" u="none" cap="none" strike="noStrike">
                <a:solidFill>
                  <a:schemeClr val="dk1"/>
                </a:solidFill>
                <a:latin typeface="Play"/>
                <a:ea typeface="Play"/>
                <a:cs typeface="Play"/>
                <a:sym typeface="Play"/>
              </a:defRPr>
            </a:lvl4pPr>
            <a:lvl5pPr lvl="4" marR="0" rtl="0" algn="l">
              <a:lnSpc>
                <a:spcPct val="90000"/>
              </a:lnSpc>
              <a:spcBef>
                <a:spcPts val="0"/>
              </a:spcBef>
              <a:spcAft>
                <a:spcPts val="0"/>
              </a:spcAft>
              <a:buSzPts val="1400"/>
              <a:buNone/>
              <a:defRPr b="0" i="0" sz="4400" u="none" cap="none" strike="noStrike">
                <a:solidFill>
                  <a:schemeClr val="dk1"/>
                </a:solidFill>
                <a:latin typeface="Play"/>
                <a:ea typeface="Play"/>
                <a:cs typeface="Play"/>
                <a:sym typeface="Play"/>
              </a:defRPr>
            </a:lvl5pPr>
            <a:lvl6pPr lvl="5" marR="0" rtl="0" algn="l">
              <a:lnSpc>
                <a:spcPct val="90000"/>
              </a:lnSpc>
              <a:spcBef>
                <a:spcPts val="0"/>
              </a:spcBef>
              <a:spcAft>
                <a:spcPts val="0"/>
              </a:spcAft>
              <a:buSzPts val="1400"/>
              <a:buNone/>
              <a:defRPr b="0" i="0" sz="4400" u="none" cap="none" strike="noStrike">
                <a:solidFill>
                  <a:schemeClr val="dk1"/>
                </a:solidFill>
                <a:latin typeface="Play"/>
                <a:ea typeface="Play"/>
                <a:cs typeface="Play"/>
                <a:sym typeface="Play"/>
              </a:defRPr>
            </a:lvl6pPr>
            <a:lvl7pPr lvl="6" marR="0" rtl="0" algn="l">
              <a:lnSpc>
                <a:spcPct val="90000"/>
              </a:lnSpc>
              <a:spcBef>
                <a:spcPts val="0"/>
              </a:spcBef>
              <a:spcAft>
                <a:spcPts val="0"/>
              </a:spcAft>
              <a:buSzPts val="1400"/>
              <a:buNone/>
              <a:defRPr b="0" i="0" sz="4400" u="none" cap="none" strike="noStrike">
                <a:solidFill>
                  <a:schemeClr val="dk1"/>
                </a:solidFill>
                <a:latin typeface="Play"/>
                <a:ea typeface="Play"/>
                <a:cs typeface="Play"/>
                <a:sym typeface="Play"/>
              </a:defRPr>
            </a:lvl7pPr>
            <a:lvl8pPr lvl="7" marR="0" rtl="0" algn="l">
              <a:lnSpc>
                <a:spcPct val="90000"/>
              </a:lnSpc>
              <a:spcBef>
                <a:spcPts val="0"/>
              </a:spcBef>
              <a:spcAft>
                <a:spcPts val="0"/>
              </a:spcAft>
              <a:buSzPts val="1400"/>
              <a:buNone/>
              <a:defRPr b="0" i="0" sz="4400" u="none" cap="none" strike="noStrike">
                <a:solidFill>
                  <a:schemeClr val="dk1"/>
                </a:solidFill>
                <a:latin typeface="Play"/>
                <a:ea typeface="Play"/>
                <a:cs typeface="Play"/>
                <a:sym typeface="Play"/>
              </a:defRPr>
            </a:lvl8pPr>
            <a:lvl9pPr lvl="8" marR="0" rtl="0" algn="l">
              <a:lnSpc>
                <a:spcPct val="90000"/>
              </a:lnSpc>
              <a:spcBef>
                <a:spcPts val="0"/>
              </a:spcBef>
              <a:spcAft>
                <a:spcPts val="0"/>
              </a:spcAft>
              <a:buSzPts val="1400"/>
              <a:buNone/>
              <a:defRPr b="0" i="0" sz="4400" u="none" cap="none" strike="noStrike">
                <a:solidFill>
                  <a:schemeClr val="dk1"/>
                </a:solidFill>
                <a:latin typeface="Play"/>
                <a:ea typeface="Play"/>
                <a:cs typeface="Play"/>
                <a:sym typeface="Play"/>
              </a:defRPr>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Noto Sans Symbols"/>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Noto Sans Symbols"/>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757575"/>
                </a:solidFill>
                <a:latin typeface="Arial"/>
                <a:ea typeface="Arial"/>
                <a:cs typeface="Arial"/>
                <a:sym typeface="Arial"/>
              </a:defRPr>
            </a:lvl1pPr>
            <a:lvl2pPr indent="0" lvl="1" marL="0" marR="0" rtl="0" algn="r">
              <a:spcBef>
                <a:spcPts val="0"/>
              </a:spcBef>
              <a:spcAft>
                <a:spcPts val="0"/>
              </a:spcAft>
              <a:buNone/>
              <a:defRPr b="0" i="0" sz="1200" u="none" cap="none" strike="noStrike">
                <a:solidFill>
                  <a:srgbClr val="757575"/>
                </a:solidFill>
                <a:latin typeface="Arial"/>
                <a:ea typeface="Arial"/>
                <a:cs typeface="Arial"/>
                <a:sym typeface="Arial"/>
              </a:defRPr>
            </a:lvl2pPr>
            <a:lvl3pPr indent="0" lvl="2" marL="0" marR="0" rtl="0" algn="r">
              <a:spcBef>
                <a:spcPts val="0"/>
              </a:spcBef>
              <a:spcAft>
                <a:spcPts val="0"/>
              </a:spcAft>
              <a:buNone/>
              <a:defRPr b="0" i="0" sz="1200" u="none" cap="none" strike="noStrike">
                <a:solidFill>
                  <a:srgbClr val="757575"/>
                </a:solidFill>
                <a:latin typeface="Arial"/>
                <a:ea typeface="Arial"/>
                <a:cs typeface="Arial"/>
                <a:sym typeface="Arial"/>
              </a:defRPr>
            </a:lvl3pPr>
            <a:lvl4pPr indent="0" lvl="3" marL="0" marR="0" rtl="0" algn="r">
              <a:spcBef>
                <a:spcPts val="0"/>
              </a:spcBef>
              <a:spcAft>
                <a:spcPts val="0"/>
              </a:spcAft>
              <a:buNone/>
              <a:defRPr b="0" i="0" sz="1200" u="none" cap="none" strike="noStrike">
                <a:solidFill>
                  <a:srgbClr val="757575"/>
                </a:solidFill>
                <a:latin typeface="Arial"/>
                <a:ea typeface="Arial"/>
                <a:cs typeface="Arial"/>
                <a:sym typeface="Arial"/>
              </a:defRPr>
            </a:lvl4pPr>
            <a:lvl5pPr indent="0" lvl="4" marL="0" marR="0" rtl="0" algn="r">
              <a:spcBef>
                <a:spcPts val="0"/>
              </a:spcBef>
              <a:spcAft>
                <a:spcPts val="0"/>
              </a:spcAft>
              <a:buNone/>
              <a:defRPr b="0" i="0" sz="1200" u="none" cap="none" strike="noStrike">
                <a:solidFill>
                  <a:srgbClr val="757575"/>
                </a:solidFill>
                <a:latin typeface="Arial"/>
                <a:ea typeface="Arial"/>
                <a:cs typeface="Arial"/>
                <a:sym typeface="Arial"/>
              </a:defRPr>
            </a:lvl5pPr>
            <a:lvl6pPr indent="0" lvl="5" marL="0" marR="0" rtl="0" algn="r">
              <a:spcBef>
                <a:spcPts val="0"/>
              </a:spcBef>
              <a:spcAft>
                <a:spcPts val="0"/>
              </a:spcAft>
              <a:buNone/>
              <a:defRPr b="0" i="0" sz="1200" u="none" cap="none" strike="noStrike">
                <a:solidFill>
                  <a:srgbClr val="757575"/>
                </a:solidFill>
                <a:latin typeface="Arial"/>
                <a:ea typeface="Arial"/>
                <a:cs typeface="Arial"/>
                <a:sym typeface="Arial"/>
              </a:defRPr>
            </a:lvl6pPr>
            <a:lvl7pPr indent="0" lvl="6" marL="0" marR="0" rtl="0" algn="r">
              <a:spcBef>
                <a:spcPts val="0"/>
              </a:spcBef>
              <a:spcAft>
                <a:spcPts val="0"/>
              </a:spcAft>
              <a:buNone/>
              <a:defRPr b="0" i="0" sz="1200" u="none" cap="none" strike="noStrike">
                <a:solidFill>
                  <a:srgbClr val="757575"/>
                </a:solidFill>
                <a:latin typeface="Arial"/>
                <a:ea typeface="Arial"/>
                <a:cs typeface="Arial"/>
                <a:sym typeface="Arial"/>
              </a:defRPr>
            </a:lvl7pPr>
            <a:lvl8pPr indent="0" lvl="7" marL="0" marR="0" rtl="0" algn="r">
              <a:spcBef>
                <a:spcPts val="0"/>
              </a:spcBef>
              <a:spcAft>
                <a:spcPts val="0"/>
              </a:spcAft>
              <a:buNone/>
              <a:defRPr b="0" i="0" sz="1200" u="none" cap="none" strike="noStrike">
                <a:solidFill>
                  <a:srgbClr val="757575"/>
                </a:solidFill>
                <a:latin typeface="Arial"/>
                <a:ea typeface="Arial"/>
                <a:cs typeface="Arial"/>
                <a:sym typeface="Arial"/>
              </a:defRPr>
            </a:lvl8pPr>
            <a:lvl9pPr indent="0" lvl="8" marL="0" marR="0" rtl="0" algn="r">
              <a:spcBef>
                <a:spcPts val="0"/>
              </a:spcBef>
              <a:spcAft>
                <a:spcPts val="0"/>
              </a:spcAft>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15" name="Google Shape;15;p1"/>
          <p:cNvSpPr txBox="1"/>
          <p:nvPr/>
        </p:nvSpPr>
        <p:spPr>
          <a:xfrm>
            <a:off x="1" y="6382921"/>
            <a:ext cx="8610600" cy="338554"/>
          </a:xfrm>
          <a:prstGeom prst="rect">
            <a:avLst/>
          </a:prstGeom>
          <a:solidFill>
            <a:schemeClr val="accent6"/>
          </a:solidFill>
          <a:ln>
            <a:noFill/>
          </a:ln>
        </p:spPr>
        <p:txBody>
          <a:bodyPr anchorCtr="0" anchor="t" bIns="45700" lIns="91425" spcFirstLastPara="1" rIns="91425" wrap="square" tIns="45700">
            <a:spAutoFit/>
          </a:bodyPr>
          <a:lstStyle/>
          <a:p>
            <a:pPr indent="0" lvl="1" marL="457200" marR="0" rtl="0" algn="l">
              <a:spcBef>
                <a:spcPts val="0"/>
              </a:spcBef>
              <a:spcAft>
                <a:spcPts val="0"/>
              </a:spcAft>
              <a:buNone/>
            </a:pPr>
            <a:r>
              <a:rPr b="0" i="0" lang="en-GB" sz="1600" u="none" cap="none" strike="noStrike">
                <a:solidFill>
                  <a:schemeClr val="dk2"/>
                </a:solidFill>
                <a:latin typeface="Arial"/>
                <a:ea typeface="Arial"/>
                <a:cs typeface="Arial"/>
                <a:sym typeface="Arial"/>
              </a:rPr>
              <a:t>Remove these guidance slides once you have finished your presentation.</a:t>
            </a:r>
            <a:endParaRPr/>
          </a:p>
        </p:txBody>
      </p:sp>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 name="Shape 18"/>
        <p:cNvGrpSpPr/>
        <p:nvPr/>
      </p:nvGrpSpPr>
      <p:grpSpPr>
        <a:xfrm>
          <a:off x="0" y="0"/>
          <a:ext cx="0" cy="0"/>
          <a:chOff x="0" y="0"/>
          <a:chExt cx="0" cy="0"/>
        </a:xfrm>
      </p:grpSpPr>
      <p:sp>
        <p:nvSpPr>
          <p:cNvPr id="19" name="Google Shape;19;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000"/>
              <a:buFont typeface="Arial"/>
              <a:buNone/>
              <a:defRPr b="0" i="0" sz="40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0" name="Google Shape;20;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Noto Sans Symbols"/>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Noto Sans Symbols"/>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58">
          <p15:clr>
            <a:srgbClr val="F26B43"/>
          </p15:clr>
        </p15:guide>
        <p15:guide id="2" pos="258">
          <p15:clr>
            <a:srgbClr val="F26B43"/>
          </p15:clr>
        </p15:guide>
        <p15:guide id="3" orient="horz" pos="4064">
          <p15:clr>
            <a:srgbClr val="F26B43"/>
          </p15:clr>
        </p15:guide>
        <p15:guide id="4" pos="853">
          <p15:clr>
            <a:srgbClr val="F26B43"/>
          </p15:clr>
        </p15:guide>
        <p15:guide id="5" pos="1451">
          <p15:clr>
            <a:srgbClr val="F26B43"/>
          </p15:clr>
        </p15:guide>
        <p15:guide id="6" pos="2048">
          <p15:clr>
            <a:srgbClr val="F26B43"/>
          </p15:clr>
        </p15:guide>
        <p15:guide id="7" pos="2643">
          <p15:clr>
            <a:srgbClr val="F26B43"/>
          </p15:clr>
        </p15:guide>
        <p15:guide id="8" pos="3840">
          <p15:clr>
            <a:srgbClr val="F26B43"/>
          </p15:clr>
        </p15:guide>
        <p15:guide id="9" pos="3241">
          <p15:clr>
            <a:srgbClr val="F26B43"/>
          </p15:clr>
        </p15:guide>
        <p15:guide id="10" pos="4436">
          <p15:clr>
            <a:srgbClr val="F26B43"/>
          </p15:clr>
        </p15:guide>
        <p15:guide id="11" pos="5034">
          <p15:clr>
            <a:srgbClr val="F26B43"/>
          </p15:clr>
        </p15:guide>
        <p15:guide id="12" pos="5630">
          <p15:clr>
            <a:srgbClr val="F26B43"/>
          </p15:clr>
        </p15:guide>
        <p15:guide id="13" pos="6226">
          <p15:clr>
            <a:srgbClr val="F26B43"/>
          </p15:clr>
        </p15:guide>
        <p15:guide id="14" pos="6824">
          <p15:clr>
            <a:srgbClr val="F26B43"/>
          </p15:clr>
        </p15:guide>
        <p15:guide id="15" pos="7421">
          <p15:clr>
            <a:srgbClr val="F26B43"/>
          </p15:clr>
        </p15:guide>
        <p15:guide id="16" orient="horz" pos="3430">
          <p15:clr>
            <a:srgbClr val="F26B43"/>
          </p15:clr>
        </p15:guide>
        <p15:guide id="17" orient="horz" pos="2796">
          <p15:clr>
            <a:srgbClr val="F26B43"/>
          </p15:clr>
        </p15:guide>
        <p15:guide id="18" orient="horz" pos="894">
          <p15:clr>
            <a:srgbClr val="F26B43"/>
          </p15:clr>
        </p15:guide>
        <p15:guide id="19" orient="horz" pos="1526">
          <p15:clr>
            <a:srgbClr val="F26B43"/>
          </p15:clr>
        </p15:guide>
        <p15:guide id="20" orient="horz" pos="21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8" name="Shape 118"/>
        <p:cNvGrpSpPr/>
        <p:nvPr/>
      </p:nvGrpSpPr>
      <p:grpSpPr>
        <a:xfrm>
          <a:off x="0" y="0"/>
          <a:ext cx="0" cy="0"/>
          <a:chOff x="0" y="0"/>
          <a:chExt cx="0" cy="0"/>
        </a:xfrm>
      </p:grpSpPr>
      <p:sp>
        <p:nvSpPr>
          <p:cNvPr id="119" name="Google Shape;119;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000"/>
              <a:buFont typeface="Arial"/>
              <a:buNone/>
              <a:defRPr b="0" i="0" sz="40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0" name="Google Shape;120;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Noto Sans Symbols"/>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Noto Sans Symbols"/>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Noto Sans Symbols"/>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58">
          <p15:clr>
            <a:srgbClr val="F26B43"/>
          </p15:clr>
        </p15:guide>
        <p15:guide id="2" pos="258">
          <p15:clr>
            <a:srgbClr val="F26B43"/>
          </p15:clr>
        </p15:guide>
        <p15:guide id="3" orient="horz" pos="4064">
          <p15:clr>
            <a:srgbClr val="F26B43"/>
          </p15:clr>
        </p15:guide>
        <p15:guide id="4" pos="853">
          <p15:clr>
            <a:srgbClr val="F26B43"/>
          </p15:clr>
        </p15:guide>
        <p15:guide id="5" pos="1451">
          <p15:clr>
            <a:srgbClr val="F26B43"/>
          </p15:clr>
        </p15:guide>
        <p15:guide id="6" pos="2048">
          <p15:clr>
            <a:srgbClr val="F26B43"/>
          </p15:clr>
        </p15:guide>
        <p15:guide id="7" pos="2643">
          <p15:clr>
            <a:srgbClr val="F26B43"/>
          </p15:clr>
        </p15:guide>
        <p15:guide id="8" pos="3840">
          <p15:clr>
            <a:srgbClr val="F26B43"/>
          </p15:clr>
        </p15:guide>
        <p15:guide id="9" pos="3241">
          <p15:clr>
            <a:srgbClr val="F26B43"/>
          </p15:clr>
        </p15:guide>
        <p15:guide id="10" pos="4436">
          <p15:clr>
            <a:srgbClr val="F26B43"/>
          </p15:clr>
        </p15:guide>
        <p15:guide id="11" pos="5034">
          <p15:clr>
            <a:srgbClr val="F26B43"/>
          </p15:clr>
        </p15:guide>
        <p15:guide id="12" pos="5630">
          <p15:clr>
            <a:srgbClr val="F26B43"/>
          </p15:clr>
        </p15:guide>
        <p15:guide id="13" pos="6226">
          <p15:clr>
            <a:srgbClr val="F26B43"/>
          </p15:clr>
        </p15:guide>
        <p15:guide id="14" pos="6824">
          <p15:clr>
            <a:srgbClr val="F26B43"/>
          </p15:clr>
        </p15:guide>
        <p15:guide id="15" pos="7421">
          <p15:clr>
            <a:srgbClr val="F26B43"/>
          </p15:clr>
        </p15:guide>
        <p15:guide id="16" orient="horz" pos="3430">
          <p15:clr>
            <a:srgbClr val="F26B43"/>
          </p15:clr>
        </p15:guide>
        <p15:guide id="17" orient="horz" pos="2796">
          <p15:clr>
            <a:srgbClr val="F26B43"/>
          </p15:clr>
        </p15:guide>
        <p15:guide id="18" orient="horz" pos="894">
          <p15:clr>
            <a:srgbClr val="F26B43"/>
          </p15:clr>
        </p15:guide>
        <p15:guide id="19" orient="horz" pos="1526">
          <p15:clr>
            <a:srgbClr val="F26B43"/>
          </p15:clr>
        </p15:guide>
        <p15:guide id="20" orient="horz" pos="21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 Id="rId3"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 Id="rId3" Type="http://schemas.openxmlformats.org/officeDocument/2006/relationships/image" Target="../media/image38.png"/><Relationship Id="rId4" Type="http://schemas.openxmlformats.org/officeDocument/2006/relationships/image" Target="../media/image3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 Id="rId3" Type="http://schemas.openxmlformats.org/officeDocument/2006/relationships/image" Target="../media/image42.png"/><Relationship Id="rId4" Type="http://schemas.openxmlformats.org/officeDocument/2006/relationships/image" Target="../media/image4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Relationship Id="rId3" Type="http://schemas.openxmlformats.org/officeDocument/2006/relationships/image" Target="../media/image22.jpg"/><Relationship Id="rId4" Type="http://schemas.openxmlformats.org/officeDocument/2006/relationships/image" Target="../media/image20.jpg"/><Relationship Id="rId5" Type="http://schemas.openxmlformats.org/officeDocument/2006/relationships/image" Target="../media/image1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 Id="rId3" Type="http://schemas.openxmlformats.org/officeDocument/2006/relationships/image" Target="../media/image8.jpg"/><Relationship Id="rId4" Type="http://schemas.openxmlformats.org/officeDocument/2006/relationships/image" Target="../media/image9.jpg"/><Relationship Id="rId5" Type="http://schemas.openxmlformats.org/officeDocument/2006/relationships/image" Target="../media/image1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 Id="rId3" Type="http://schemas.openxmlformats.org/officeDocument/2006/relationships/image" Target="../media/image15.jpg"/><Relationship Id="rId4" Type="http://schemas.openxmlformats.org/officeDocument/2006/relationships/image" Target="../media/image23.jpg"/><Relationship Id="rId5" Type="http://schemas.openxmlformats.org/officeDocument/2006/relationships/image" Target="../media/image1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 Id="rId3" Type="http://schemas.openxmlformats.org/officeDocument/2006/relationships/image" Target="../media/image15.jpg"/><Relationship Id="rId4" Type="http://schemas.openxmlformats.org/officeDocument/2006/relationships/image" Target="../media/image23.jpg"/><Relationship Id="rId5" Type="http://schemas.openxmlformats.org/officeDocument/2006/relationships/image" Target="../media/image1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7.xml"/><Relationship Id="rId3" Type="http://schemas.openxmlformats.org/officeDocument/2006/relationships/image" Target="../media/image4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 Id="rId3" Type="http://schemas.openxmlformats.org/officeDocument/2006/relationships/image" Target="../media/image29.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3.xml"/><Relationship Id="rId3" Type="http://schemas.openxmlformats.org/officeDocument/2006/relationships/hyperlink" Target="http://drive.google.com/file/d/139FzDCgvFxkLbHErjBOGKkGy2XJbAmMU/view" TargetMode="External"/><Relationship Id="rId4" Type="http://schemas.openxmlformats.org/officeDocument/2006/relationships/image" Target="../media/image34.jpg"/><Relationship Id="rId5" Type="http://schemas.openxmlformats.org/officeDocument/2006/relationships/hyperlink" Target="http://drive.google.com/file/d/1RF4Jg4pN7DJuzG71KgbjRn_-yEHzaSIM/view" TargetMode="External"/><Relationship Id="rId6" Type="http://schemas.openxmlformats.org/officeDocument/2006/relationships/image" Target="../media/image2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4.xml"/><Relationship Id="rId3" Type="http://schemas.openxmlformats.org/officeDocument/2006/relationships/image" Target="../media/image33.png"/><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5.xml"/><Relationship Id="rId3" Type="http://schemas.openxmlformats.org/officeDocument/2006/relationships/hyperlink" Target="http://drive.google.com/file/d/11qTjd2sQAbkmfHs5Pcth05VlaaTjaHQa/view" TargetMode="External"/><Relationship Id="rId4" Type="http://schemas.openxmlformats.org/officeDocument/2006/relationships/image" Target="../media/image28.jpg"/><Relationship Id="rId5" Type="http://schemas.openxmlformats.org/officeDocument/2006/relationships/hyperlink" Target="http://drive.google.com/file/d/1-PGeDJm0NOzgRqMHykH9u5f6mtG6gC7Q/view" TargetMode="External"/><Relationship Id="rId6" Type="http://schemas.openxmlformats.org/officeDocument/2006/relationships/image" Target="../media/image32.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7.png"/><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7.xml"/><Relationship Id="rId3" Type="http://schemas.openxmlformats.org/officeDocument/2006/relationships/hyperlink" Target="http://drive.google.com/file/d/1bBbCTtSmoA71VU50sZ9jvMxLScv-Yej7/view" TargetMode="External"/><Relationship Id="rId4" Type="http://schemas.openxmlformats.org/officeDocument/2006/relationships/image" Target="../media/image35.jpg"/><Relationship Id="rId5" Type="http://schemas.openxmlformats.org/officeDocument/2006/relationships/hyperlink" Target="http://drive.google.com/file/d/1t7ZoropC6IhLRgQL4B3kXdKgo9WmoSBb/view" TargetMode="External"/><Relationship Id="rId6" Type="http://schemas.openxmlformats.org/officeDocument/2006/relationships/image" Target="../media/image36.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 Id="rId3" Type="http://schemas.openxmlformats.org/officeDocument/2006/relationships/image" Target="../media/image37.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0"/>
          <p:cNvSpPr txBox="1"/>
          <p:nvPr>
            <p:ph type="ctrTitle"/>
          </p:nvPr>
        </p:nvSpPr>
        <p:spPr>
          <a:xfrm>
            <a:off x="2303463" y="409575"/>
            <a:ext cx="7084422" cy="197467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FAFAFA"/>
              </a:buClr>
              <a:buSzPts val="4200"/>
              <a:buFont typeface="Arial"/>
              <a:buNone/>
            </a:pPr>
            <a:r>
              <a:rPr lang="en-GB"/>
              <a:t>Coursework 2 - Robot Vision and Navigation</a:t>
            </a:r>
            <a:endParaRPr/>
          </a:p>
        </p:txBody>
      </p:sp>
      <p:sp>
        <p:nvSpPr>
          <p:cNvPr id="186" name="Google Shape;186;p30"/>
          <p:cNvSpPr txBox="1"/>
          <p:nvPr>
            <p:ph idx="1" type="body"/>
          </p:nvPr>
        </p:nvSpPr>
        <p:spPr>
          <a:xfrm>
            <a:off x="2303475" y="4473750"/>
            <a:ext cx="7580400" cy="856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1"/>
              </a:buClr>
              <a:buSzPts val="2400"/>
              <a:buNone/>
            </a:pPr>
            <a:r>
              <a:rPr lang="en-GB"/>
              <a:t>Manuel de Castro Ribeiro Jardim, </a:t>
            </a:r>
            <a:r>
              <a:rPr lang="en-GB"/>
              <a:t>Hassim Al-Obaidi,  Cristhian Poveda, Amir Gerges - Group 4</a:t>
            </a:r>
            <a:endParaRPr/>
          </a:p>
        </p:txBody>
      </p:sp>
      <p:sp>
        <p:nvSpPr>
          <p:cNvPr id="187" name="Google Shape;187;p30"/>
          <p:cNvSpPr txBox="1"/>
          <p:nvPr>
            <p:ph idx="2" type="body"/>
          </p:nvPr>
        </p:nvSpPr>
        <p:spPr>
          <a:xfrm>
            <a:off x="2303463" y="5383830"/>
            <a:ext cx="6486000" cy="3612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1"/>
              </a:buClr>
              <a:buSzPts val="1800"/>
              <a:buNone/>
            </a:pPr>
            <a:r>
              <a:rPr lang="en-GB"/>
              <a:t>27th March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1"/>
          <p:cNvSpPr txBox="1"/>
          <p:nvPr>
            <p:ph type="ctrTitle"/>
          </p:nvPr>
        </p:nvSpPr>
        <p:spPr>
          <a:xfrm>
            <a:off x="5136125" y="409575"/>
            <a:ext cx="6604500" cy="1244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lang="en-GB"/>
              <a:t>Question 2 - Visual SLAM </a:t>
            </a:r>
            <a:endParaRPr/>
          </a:p>
        </p:txBody>
      </p:sp>
      <p:sp>
        <p:nvSpPr>
          <p:cNvPr id="194" name="Google Shape;194;p31"/>
          <p:cNvSpPr txBox="1"/>
          <p:nvPr>
            <p:ph idx="1" type="body"/>
          </p:nvPr>
        </p:nvSpPr>
        <p:spPr>
          <a:xfrm>
            <a:off x="5136124" y="1916825"/>
            <a:ext cx="6604547" cy="3528300"/>
          </a:xfrm>
          <a:prstGeom prst="rect">
            <a:avLst/>
          </a:prstGeom>
          <a:noFill/>
          <a:ln>
            <a:noFill/>
          </a:ln>
        </p:spPr>
        <p:txBody>
          <a:bodyPr anchorCtr="0" anchor="t" bIns="45700" lIns="91425" spcFirstLastPara="1" rIns="91425" wrap="square" tIns="45700">
            <a:noAutofit/>
          </a:bodyPr>
          <a:lstStyle/>
          <a:p>
            <a:pPr indent="-342900" lvl="0" marL="457200" rtl="0" algn="l">
              <a:lnSpc>
                <a:spcPct val="150000"/>
              </a:lnSpc>
              <a:spcBef>
                <a:spcPts val="0"/>
              </a:spcBef>
              <a:spcAft>
                <a:spcPts val="0"/>
              </a:spcAft>
              <a:buSzPts val="1800"/>
              <a:buChar char="-"/>
            </a:pPr>
            <a:r>
              <a:rPr lang="en-GB"/>
              <a:t>Data collection &amp; strategy</a:t>
            </a:r>
            <a:endParaRPr/>
          </a:p>
          <a:p>
            <a:pPr indent="0" lvl="0" marL="0" rtl="0" algn="l">
              <a:lnSpc>
                <a:spcPct val="150000"/>
              </a:lnSpc>
              <a:spcBef>
                <a:spcPts val="0"/>
              </a:spcBef>
              <a:spcAft>
                <a:spcPts val="0"/>
              </a:spcAft>
              <a:buNone/>
            </a:pPr>
            <a:r>
              <a:t/>
            </a:r>
            <a:endParaRPr/>
          </a:p>
          <a:p>
            <a:pPr indent="-342900" lvl="0" marL="457200" rtl="0" algn="l">
              <a:lnSpc>
                <a:spcPct val="150000"/>
              </a:lnSpc>
              <a:spcBef>
                <a:spcPts val="0"/>
              </a:spcBef>
              <a:spcAft>
                <a:spcPts val="0"/>
              </a:spcAft>
              <a:buSzPts val="1800"/>
              <a:buChar char="-"/>
            </a:pPr>
            <a:r>
              <a:rPr lang="en-GB"/>
              <a:t>3D Reconstruction &amp; camera calibration</a:t>
            </a:r>
            <a:endParaRPr/>
          </a:p>
          <a:p>
            <a:pPr indent="0" lvl="0" marL="0" rtl="0" algn="l">
              <a:lnSpc>
                <a:spcPct val="150000"/>
              </a:lnSpc>
              <a:spcBef>
                <a:spcPts val="0"/>
              </a:spcBef>
              <a:spcAft>
                <a:spcPts val="0"/>
              </a:spcAft>
              <a:buNone/>
            </a:pPr>
            <a:r>
              <a:t/>
            </a:r>
            <a:endParaRPr/>
          </a:p>
          <a:p>
            <a:pPr indent="-342900" lvl="0" marL="457200" rtl="0" algn="l">
              <a:lnSpc>
                <a:spcPct val="150000"/>
              </a:lnSpc>
              <a:spcBef>
                <a:spcPts val="0"/>
              </a:spcBef>
              <a:spcAft>
                <a:spcPts val="0"/>
              </a:spcAft>
              <a:buSzPts val="1800"/>
              <a:buChar char="-"/>
            </a:pPr>
            <a:r>
              <a:rPr lang="en-GB"/>
              <a:t>ORB-SLAM2 configuration</a:t>
            </a:r>
            <a:endParaRPr/>
          </a:p>
          <a:p>
            <a:pPr indent="0" lvl="0" marL="0" rtl="0" algn="l">
              <a:lnSpc>
                <a:spcPct val="150000"/>
              </a:lnSpc>
              <a:spcBef>
                <a:spcPts val="0"/>
              </a:spcBef>
              <a:spcAft>
                <a:spcPts val="0"/>
              </a:spcAft>
              <a:buNone/>
            </a:pPr>
            <a:r>
              <a:t/>
            </a:r>
            <a:endParaRPr/>
          </a:p>
          <a:p>
            <a:pPr indent="-342900" lvl="0" marL="457200" rtl="0" algn="l">
              <a:lnSpc>
                <a:spcPct val="150000"/>
              </a:lnSpc>
              <a:spcBef>
                <a:spcPts val="0"/>
              </a:spcBef>
              <a:spcAft>
                <a:spcPts val="0"/>
              </a:spcAft>
              <a:buSzPts val="1800"/>
              <a:buChar char="-"/>
            </a:pPr>
            <a:r>
              <a:rPr lang="en-GB"/>
              <a:t>Results and analysis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2"/>
          <p:cNvSpPr txBox="1"/>
          <p:nvPr>
            <p:ph type="ctrTitle"/>
          </p:nvPr>
        </p:nvSpPr>
        <p:spPr>
          <a:xfrm>
            <a:off x="1354138" y="409575"/>
            <a:ext cx="5965200" cy="1242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Arial"/>
              <a:buNone/>
            </a:pPr>
            <a:r>
              <a:rPr lang="en-GB"/>
              <a:t>Data collection</a:t>
            </a:r>
            <a:endParaRPr/>
          </a:p>
        </p:txBody>
      </p:sp>
      <p:pic>
        <p:nvPicPr>
          <p:cNvPr id="201" name="Google Shape;201;p32" title="riverside.png"/>
          <p:cNvPicPr preferRelativeResize="0"/>
          <p:nvPr/>
        </p:nvPicPr>
        <p:blipFill>
          <a:blip r:embed="rId3">
            <a:alphaModFix/>
          </a:blip>
          <a:stretch>
            <a:fillRect/>
          </a:stretch>
        </p:blipFill>
        <p:spPr>
          <a:xfrm>
            <a:off x="6997163" y="3107750"/>
            <a:ext cx="4491983" cy="2542650"/>
          </a:xfrm>
          <a:prstGeom prst="rect">
            <a:avLst/>
          </a:prstGeom>
          <a:noFill/>
          <a:ln>
            <a:noFill/>
          </a:ln>
        </p:spPr>
      </p:pic>
      <p:pic>
        <p:nvPicPr>
          <p:cNvPr id="202" name="Google Shape;202;p32" title="bartlett.png"/>
          <p:cNvPicPr preferRelativeResize="0"/>
          <p:nvPr/>
        </p:nvPicPr>
        <p:blipFill rotWithShape="1">
          <a:blip r:embed="rId4">
            <a:alphaModFix/>
          </a:blip>
          <a:srcRect b="15519" l="0" r="0" t="0"/>
          <a:stretch/>
        </p:blipFill>
        <p:spPr>
          <a:xfrm>
            <a:off x="6870450" y="367875"/>
            <a:ext cx="4946074" cy="2365250"/>
          </a:xfrm>
          <a:prstGeom prst="rect">
            <a:avLst/>
          </a:prstGeom>
          <a:noFill/>
          <a:ln>
            <a:noFill/>
          </a:ln>
        </p:spPr>
      </p:pic>
      <p:sp>
        <p:nvSpPr>
          <p:cNvPr id="203" name="Google Shape;203;p32"/>
          <p:cNvSpPr txBox="1"/>
          <p:nvPr>
            <p:ph idx="1" type="body"/>
          </p:nvPr>
        </p:nvSpPr>
        <p:spPr>
          <a:xfrm>
            <a:off x="1354150" y="1785050"/>
            <a:ext cx="5070900" cy="39798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0"/>
              </a:spcBef>
              <a:spcAft>
                <a:spcPts val="0"/>
              </a:spcAft>
              <a:buSzPts val="1800"/>
              <a:buChar char="●"/>
            </a:pPr>
            <a:r>
              <a:rPr lang="en-GB"/>
              <a:t>The Bartlett Studio at UCL Marshgate chosen as the indoors </a:t>
            </a:r>
            <a:r>
              <a:rPr lang="en-GB"/>
              <a:t>environment.</a:t>
            </a:r>
            <a:endParaRPr/>
          </a:p>
          <a:p>
            <a:pPr indent="-342900" lvl="1" marL="914400" rtl="0" algn="l">
              <a:lnSpc>
                <a:spcPct val="115000"/>
              </a:lnSpc>
              <a:spcBef>
                <a:spcPts val="0"/>
              </a:spcBef>
              <a:spcAft>
                <a:spcPts val="0"/>
              </a:spcAft>
              <a:buSzPts val="1800"/>
              <a:buChar char="○"/>
            </a:pPr>
            <a:r>
              <a:rPr lang="en-GB"/>
              <a:t>Contains a lot of easily identifiable static objects</a:t>
            </a:r>
            <a:endParaRPr/>
          </a:p>
          <a:p>
            <a:pPr indent="-342900" lvl="1" marL="914400" rtl="0" algn="l">
              <a:lnSpc>
                <a:spcPct val="115000"/>
              </a:lnSpc>
              <a:spcBef>
                <a:spcPts val="0"/>
              </a:spcBef>
              <a:spcAft>
                <a:spcPts val="0"/>
              </a:spcAft>
              <a:buSzPts val="1800"/>
              <a:buChar char="○"/>
            </a:pPr>
            <a:r>
              <a:rPr lang="en-GB"/>
              <a:t>Stable lighting conditions</a:t>
            </a:r>
            <a:endParaRPr/>
          </a:p>
          <a:p>
            <a:pPr indent="0" lvl="0" marL="914400" rtl="0" algn="l">
              <a:lnSpc>
                <a:spcPct val="115000"/>
              </a:lnSpc>
              <a:spcBef>
                <a:spcPts val="0"/>
              </a:spcBef>
              <a:spcAft>
                <a:spcPts val="0"/>
              </a:spcAft>
              <a:buNone/>
            </a:pPr>
            <a:r>
              <a:t/>
            </a:r>
            <a:endParaRPr/>
          </a:p>
          <a:p>
            <a:pPr indent="-342900" lvl="0" marL="457200" rtl="0" algn="l">
              <a:lnSpc>
                <a:spcPct val="115000"/>
              </a:lnSpc>
              <a:spcBef>
                <a:spcPts val="0"/>
              </a:spcBef>
              <a:spcAft>
                <a:spcPts val="0"/>
              </a:spcAft>
              <a:buSzPts val="1800"/>
              <a:buChar char="●"/>
            </a:pPr>
            <a:r>
              <a:rPr lang="en-GB"/>
              <a:t>Riverside patio chosen as outdoor environment</a:t>
            </a:r>
            <a:endParaRPr/>
          </a:p>
          <a:p>
            <a:pPr indent="-342900" lvl="1" marL="914400" rtl="0" algn="l">
              <a:lnSpc>
                <a:spcPct val="115000"/>
              </a:lnSpc>
              <a:spcBef>
                <a:spcPts val="0"/>
              </a:spcBef>
              <a:spcAft>
                <a:spcPts val="0"/>
              </a:spcAft>
              <a:buSzPts val="1800"/>
              <a:buChar char="○"/>
            </a:pPr>
            <a:r>
              <a:rPr lang="en-GB"/>
              <a:t>Feature rich </a:t>
            </a:r>
            <a:endParaRPr/>
          </a:p>
          <a:p>
            <a:pPr indent="-342900" lvl="1" marL="914400" rtl="0" algn="l">
              <a:lnSpc>
                <a:spcPct val="115000"/>
              </a:lnSpc>
              <a:spcBef>
                <a:spcPts val="0"/>
              </a:spcBef>
              <a:spcAft>
                <a:spcPts val="0"/>
              </a:spcAft>
              <a:buSzPts val="1800"/>
              <a:buChar char="○"/>
            </a:pPr>
            <a:r>
              <a:rPr lang="en-GB"/>
              <a:t>Enough foreground objects for parallax effect.</a:t>
            </a:r>
            <a:endParaRPr/>
          </a:p>
          <a:p>
            <a:pPr indent="0" lvl="0" marL="0" rtl="0" algn="l">
              <a:lnSpc>
                <a:spcPct val="100000"/>
              </a:lnSpc>
              <a:spcBef>
                <a:spcPts val="0"/>
              </a:spcBef>
              <a:spcAft>
                <a:spcPts val="0"/>
              </a:spcAft>
              <a:buNone/>
            </a:pPr>
            <a:r>
              <a:rPr lang="en-GB"/>
              <a:t>  </a:t>
            </a:r>
            <a:endParaRPr/>
          </a:p>
        </p:txBody>
      </p:sp>
      <p:sp>
        <p:nvSpPr>
          <p:cNvPr id="204" name="Google Shape;204;p32"/>
          <p:cNvSpPr txBox="1"/>
          <p:nvPr/>
        </p:nvSpPr>
        <p:spPr>
          <a:xfrm>
            <a:off x="6870438" y="2733125"/>
            <a:ext cx="4745400" cy="42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Indoor environment (Bartlett Studio at </a:t>
            </a:r>
            <a:r>
              <a:rPr lang="en-GB">
                <a:solidFill>
                  <a:schemeClr val="dk1"/>
                </a:solidFill>
              </a:rPr>
              <a:t>UCL Marshgate</a:t>
            </a:r>
            <a:r>
              <a:rPr lang="en-GB">
                <a:solidFill>
                  <a:schemeClr val="dk1"/>
                </a:solidFill>
              </a:rPr>
              <a:t>)</a:t>
            </a:r>
            <a:endParaRPr>
              <a:solidFill>
                <a:schemeClr val="dk1"/>
              </a:solidFill>
            </a:endParaRPr>
          </a:p>
        </p:txBody>
      </p:sp>
      <p:sp>
        <p:nvSpPr>
          <p:cNvPr id="205" name="Google Shape;205;p32"/>
          <p:cNvSpPr txBox="1"/>
          <p:nvPr/>
        </p:nvSpPr>
        <p:spPr>
          <a:xfrm>
            <a:off x="6970775" y="5650400"/>
            <a:ext cx="4745400" cy="42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Outdoor</a:t>
            </a:r>
            <a:r>
              <a:rPr lang="en-GB">
                <a:solidFill>
                  <a:schemeClr val="dk1"/>
                </a:solidFill>
              </a:rPr>
              <a:t> environment (Riverside patio)</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3"/>
          <p:cNvSpPr txBox="1"/>
          <p:nvPr>
            <p:ph type="ctrTitle"/>
          </p:nvPr>
        </p:nvSpPr>
        <p:spPr>
          <a:xfrm>
            <a:off x="1354138" y="409575"/>
            <a:ext cx="5965287" cy="124224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Arial"/>
              <a:buNone/>
            </a:pPr>
            <a:r>
              <a:rPr lang="en-GB"/>
              <a:t>Data collection</a:t>
            </a:r>
            <a:endParaRPr/>
          </a:p>
        </p:txBody>
      </p:sp>
      <p:pic>
        <p:nvPicPr>
          <p:cNvPr id="212" name="Google Shape;212;p33" title="sensor_setup.jpeg"/>
          <p:cNvPicPr preferRelativeResize="0"/>
          <p:nvPr/>
        </p:nvPicPr>
        <p:blipFill>
          <a:blip r:embed="rId3">
            <a:alphaModFix/>
          </a:blip>
          <a:stretch>
            <a:fillRect/>
          </a:stretch>
        </p:blipFill>
        <p:spPr>
          <a:xfrm>
            <a:off x="6922203" y="919000"/>
            <a:ext cx="4592274" cy="3742701"/>
          </a:xfrm>
          <a:prstGeom prst="rect">
            <a:avLst/>
          </a:prstGeom>
          <a:noFill/>
          <a:ln>
            <a:noFill/>
          </a:ln>
        </p:spPr>
      </p:pic>
      <p:sp>
        <p:nvSpPr>
          <p:cNvPr id="213" name="Google Shape;213;p33"/>
          <p:cNvSpPr txBox="1"/>
          <p:nvPr>
            <p:ph idx="1" type="body"/>
          </p:nvPr>
        </p:nvSpPr>
        <p:spPr>
          <a:xfrm>
            <a:off x="1354150" y="1785050"/>
            <a:ext cx="5070900" cy="29709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0"/>
              </a:spcBef>
              <a:spcAft>
                <a:spcPts val="0"/>
              </a:spcAft>
              <a:buSzPts val="1800"/>
              <a:buChar char="●"/>
            </a:pPr>
            <a:r>
              <a:rPr lang="en-GB"/>
              <a:t>Mobile camera setup used for data collection</a:t>
            </a:r>
            <a:endParaRPr/>
          </a:p>
          <a:p>
            <a:pPr indent="-342900" lvl="0" marL="457200" rtl="0" algn="l">
              <a:lnSpc>
                <a:spcPct val="115000"/>
              </a:lnSpc>
              <a:spcBef>
                <a:spcPts val="0"/>
              </a:spcBef>
              <a:spcAft>
                <a:spcPts val="0"/>
              </a:spcAft>
              <a:buSzPts val="1800"/>
              <a:buChar char="●"/>
            </a:pPr>
            <a:r>
              <a:rPr lang="en-GB"/>
              <a:t>I</a:t>
            </a:r>
            <a:r>
              <a:rPr lang="en-GB"/>
              <a:t>mages were captured at 10 fps with a resolution of 848 x 480.</a:t>
            </a:r>
            <a:endParaRPr/>
          </a:p>
          <a:p>
            <a:pPr indent="-342900" lvl="0" marL="457200" rtl="0" algn="l">
              <a:lnSpc>
                <a:spcPct val="115000"/>
              </a:lnSpc>
              <a:spcBef>
                <a:spcPts val="0"/>
              </a:spcBef>
              <a:spcAft>
                <a:spcPts val="0"/>
              </a:spcAft>
              <a:buSzPts val="1800"/>
              <a:buChar char="●"/>
            </a:pPr>
            <a:r>
              <a:rPr lang="en-GB"/>
              <a:t>Images processed offline and downsampled to 550 images uniformly distributed over the loop duration.</a:t>
            </a:r>
            <a:endParaRPr/>
          </a:p>
          <a:p>
            <a:pPr indent="0" lvl="0" marL="457200" rtl="0" algn="l">
              <a:lnSpc>
                <a:spcPct val="100000"/>
              </a:lnSpc>
              <a:spcBef>
                <a:spcPts val="0"/>
              </a:spcBef>
              <a:spcAft>
                <a:spcPts val="0"/>
              </a:spcAft>
              <a:buNone/>
            </a:pPr>
            <a:r>
              <a:t/>
            </a:r>
            <a:endParaRPr/>
          </a:p>
        </p:txBody>
      </p:sp>
      <p:sp>
        <p:nvSpPr>
          <p:cNvPr id="214" name="Google Shape;214;p33"/>
          <p:cNvSpPr txBox="1"/>
          <p:nvPr/>
        </p:nvSpPr>
        <p:spPr>
          <a:xfrm>
            <a:off x="6922188" y="4661700"/>
            <a:ext cx="4745400" cy="42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Mobile camera setup</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4"/>
          <p:cNvSpPr txBox="1"/>
          <p:nvPr>
            <p:ph type="ctrTitle"/>
          </p:nvPr>
        </p:nvSpPr>
        <p:spPr>
          <a:xfrm>
            <a:off x="1354157" y="409575"/>
            <a:ext cx="9479100" cy="1242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Arial"/>
              <a:buNone/>
            </a:pPr>
            <a:r>
              <a:rPr lang="en-GB"/>
              <a:t>3D reconstruction &amp; camera </a:t>
            </a:r>
            <a:r>
              <a:rPr lang="en-GB"/>
              <a:t>calibration</a:t>
            </a:r>
            <a:endParaRPr/>
          </a:p>
        </p:txBody>
      </p:sp>
      <p:sp>
        <p:nvSpPr>
          <p:cNvPr id="221" name="Google Shape;221;p34"/>
          <p:cNvSpPr txBox="1"/>
          <p:nvPr>
            <p:ph idx="1" type="body"/>
          </p:nvPr>
        </p:nvSpPr>
        <p:spPr>
          <a:xfrm>
            <a:off x="1354150" y="1619800"/>
            <a:ext cx="9857700" cy="48318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0"/>
              </a:spcBef>
              <a:spcAft>
                <a:spcPts val="0"/>
              </a:spcAft>
              <a:buSzPts val="1800"/>
              <a:buAutoNum type="arabicParenR"/>
            </a:pPr>
            <a:r>
              <a:rPr lang="en-GB"/>
              <a:t>Feature extraction: </a:t>
            </a:r>
            <a:endParaRPr/>
          </a:p>
          <a:p>
            <a:pPr indent="-342900" lvl="1" marL="1371600" rtl="0" algn="l">
              <a:lnSpc>
                <a:spcPct val="100000"/>
              </a:lnSpc>
              <a:spcBef>
                <a:spcPts val="0"/>
              </a:spcBef>
              <a:spcAft>
                <a:spcPts val="0"/>
              </a:spcAft>
              <a:buSzPts val="1800"/>
              <a:buAutoNum type="alphaLcParenR"/>
            </a:pPr>
            <a:r>
              <a:rPr lang="en-GB"/>
              <a:t>Through the COLMAP </a:t>
            </a:r>
            <a:r>
              <a:rPr lang="en-GB"/>
              <a:t>database</a:t>
            </a:r>
            <a:r>
              <a:rPr lang="en-GB"/>
              <a:t>, the o</a:t>
            </a:r>
            <a:r>
              <a:rPr lang="en-GB"/>
              <a:t>ptimiser uses the entire dataset to compute a single unified set of calibrated parameters.</a:t>
            </a:r>
            <a:endParaRPr/>
          </a:p>
          <a:p>
            <a:pPr indent="-342900" lvl="1" marL="1371600" rtl="0" algn="l">
              <a:lnSpc>
                <a:spcPct val="100000"/>
              </a:lnSpc>
              <a:spcBef>
                <a:spcPts val="0"/>
              </a:spcBef>
              <a:spcAft>
                <a:spcPts val="0"/>
              </a:spcAft>
              <a:buSzPts val="1800"/>
              <a:buAutoNum type="alphaLcParenR"/>
            </a:pPr>
            <a:r>
              <a:rPr lang="en-GB"/>
              <a:t>OpenCV camera model used, defining 8 intrinsic parameters, including distortion for a pr</a:t>
            </a:r>
            <a:r>
              <a:rPr lang="en-GB"/>
              <a:t>ecise </a:t>
            </a:r>
            <a:r>
              <a:rPr lang="en-GB"/>
              <a:t>estimation of the camera projection matrix.</a:t>
            </a:r>
            <a:endParaRPr/>
          </a:p>
          <a:p>
            <a:pPr indent="0" lvl="0" marL="914400" rtl="0" algn="l">
              <a:lnSpc>
                <a:spcPct val="100000"/>
              </a:lnSpc>
              <a:spcBef>
                <a:spcPts val="0"/>
              </a:spcBef>
              <a:spcAft>
                <a:spcPts val="0"/>
              </a:spcAft>
              <a:buNone/>
            </a:pPr>
            <a:r>
              <a:t/>
            </a:r>
            <a:endParaRPr/>
          </a:p>
          <a:p>
            <a:pPr indent="0" lvl="0" marL="914400" rtl="0" algn="l">
              <a:lnSpc>
                <a:spcPct val="100000"/>
              </a:lnSpc>
              <a:spcBef>
                <a:spcPts val="0"/>
              </a:spcBef>
              <a:spcAft>
                <a:spcPts val="0"/>
              </a:spcAft>
              <a:buNone/>
            </a:pPr>
            <a:r>
              <a:t/>
            </a:r>
            <a:endParaRPr/>
          </a:p>
          <a:p>
            <a:pPr indent="-342900" lvl="0" marL="457200" rtl="0" algn="l">
              <a:lnSpc>
                <a:spcPct val="100000"/>
              </a:lnSpc>
              <a:spcBef>
                <a:spcPts val="0"/>
              </a:spcBef>
              <a:spcAft>
                <a:spcPts val="0"/>
              </a:spcAft>
              <a:buSzPts val="1800"/>
              <a:buAutoNum type="arabicParenR"/>
            </a:pPr>
            <a:r>
              <a:rPr lang="en-GB"/>
              <a:t>Feature matching:</a:t>
            </a:r>
            <a:endParaRPr/>
          </a:p>
          <a:p>
            <a:pPr indent="-342900" lvl="1" marL="1371600" rtl="0" algn="l">
              <a:lnSpc>
                <a:spcPct val="100000"/>
              </a:lnSpc>
              <a:spcBef>
                <a:spcPts val="0"/>
              </a:spcBef>
              <a:spcAft>
                <a:spcPts val="0"/>
              </a:spcAft>
              <a:buSzPts val="1800"/>
              <a:buAutoNum type="alphaLcParenR"/>
            </a:pPr>
            <a:r>
              <a:rPr lang="en-GB"/>
              <a:t>V</a:t>
            </a:r>
            <a:r>
              <a:rPr lang="en-GB"/>
              <a:t>ocab tree to filter out what images share the same scenery as the current frame.</a:t>
            </a:r>
            <a:endParaRPr/>
          </a:p>
          <a:p>
            <a:pPr indent="-342900" lvl="1" marL="1371600" rtl="0" algn="l">
              <a:lnSpc>
                <a:spcPct val="100000"/>
              </a:lnSpc>
              <a:spcBef>
                <a:spcPts val="0"/>
              </a:spcBef>
              <a:spcAft>
                <a:spcPts val="0"/>
              </a:spcAft>
              <a:buSzPts val="1800"/>
              <a:buAutoNum type="alphaLcParenR"/>
            </a:pPr>
            <a:r>
              <a:rPr lang="en-GB"/>
              <a:t>Name of the tree filter?</a:t>
            </a:r>
            <a:endParaRPr/>
          </a:p>
          <a:p>
            <a:pPr indent="0" lvl="0" marL="1371600" rtl="0" algn="l">
              <a:lnSpc>
                <a:spcPct val="100000"/>
              </a:lnSpc>
              <a:spcBef>
                <a:spcPts val="0"/>
              </a:spcBef>
              <a:spcAft>
                <a:spcPts val="0"/>
              </a:spcAft>
              <a:buNone/>
            </a:pPr>
            <a:r>
              <a:t/>
            </a:r>
            <a:endParaRPr/>
          </a:p>
          <a:p>
            <a:pPr indent="0" lvl="0" marL="914400" rtl="0" algn="l">
              <a:lnSpc>
                <a:spcPct val="100000"/>
              </a:lnSpc>
              <a:spcBef>
                <a:spcPts val="0"/>
              </a:spcBef>
              <a:spcAft>
                <a:spcPts val="0"/>
              </a:spcAft>
              <a:buNone/>
            </a:pPr>
            <a:r>
              <a:t/>
            </a:r>
            <a:endParaRPr/>
          </a:p>
          <a:p>
            <a:pPr indent="-342900" lvl="0" marL="457200" rtl="0" algn="l">
              <a:lnSpc>
                <a:spcPct val="100000"/>
              </a:lnSpc>
              <a:spcBef>
                <a:spcPts val="0"/>
              </a:spcBef>
              <a:spcAft>
                <a:spcPts val="0"/>
              </a:spcAft>
              <a:buSzPts val="1800"/>
              <a:buAutoNum type="arabicParenR"/>
            </a:pPr>
            <a:r>
              <a:rPr lang="en-GB"/>
              <a:t>Mapping: </a:t>
            </a:r>
            <a:endParaRPr/>
          </a:p>
          <a:p>
            <a:pPr indent="-342900" lvl="1" marL="1371600" rtl="0" algn="l">
              <a:lnSpc>
                <a:spcPct val="100000"/>
              </a:lnSpc>
              <a:spcBef>
                <a:spcPts val="0"/>
              </a:spcBef>
              <a:spcAft>
                <a:spcPts val="0"/>
              </a:spcAft>
              <a:buSzPts val="1800"/>
              <a:buAutoNum type="alphaLcParenR"/>
            </a:pPr>
            <a:r>
              <a:rPr lang="en-GB"/>
              <a:t>3D reconstruction left to default values, bundle adjustment at </a:t>
            </a:r>
            <a:r>
              <a:rPr lang="en-GB"/>
              <a:t>every 10% increase in number of images or points.</a:t>
            </a:r>
            <a:endParaRPr/>
          </a:p>
          <a:p>
            <a:pPr indent="-342900" lvl="1" marL="1371600" rtl="0" algn="l">
              <a:lnSpc>
                <a:spcPct val="100000"/>
              </a:lnSpc>
              <a:spcBef>
                <a:spcPts val="0"/>
              </a:spcBef>
              <a:spcAft>
                <a:spcPts val="0"/>
              </a:spcAft>
              <a:buSzPts val="1800"/>
              <a:buAutoNum type="alphaLcParenR"/>
            </a:pPr>
            <a:r>
              <a:rPr lang="en-GB"/>
              <a:t>Mapping step used to refine camera calibration. </a:t>
            </a:r>
            <a:endParaRPr/>
          </a:p>
        </p:txBody>
      </p:sp>
      <p:pic>
        <p:nvPicPr>
          <p:cNvPr id="222" name="Google Shape;222;p34"/>
          <p:cNvPicPr preferRelativeResize="0"/>
          <p:nvPr/>
        </p:nvPicPr>
        <p:blipFill>
          <a:blip r:embed="rId3">
            <a:alphaModFix/>
          </a:blip>
          <a:stretch>
            <a:fillRect/>
          </a:stretch>
        </p:blipFill>
        <p:spPr>
          <a:xfrm>
            <a:off x="4862100" y="3214675"/>
            <a:ext cx="3286125" cy="428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5"/>
          <p:cNvSpPr txBox="1"/>
          <p:nvPr>
            <p:ph type="ctrTitle"/>
          </p:nvPr>
        </p:nvSpPr>
        <p:spPr>
          <a:xfrm>
            <a:off x="1354157" y="409575"/>
            <a:ext cx="9479100" cy="1242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Arial"/>
              <a:buNone/>
            </a:pPr>
            <a:r>
              <a:rPr lang="en-GB"/>
              <a:t>ORB-SLAM Configuration</a:t>
            </a:r>
            <a:endParaRPr/>
          </a:p>
        </p:txBody>
      </p:sp>
      <p:sp>
        <p:nvSpPr>
          <p:cNvPr id="229" name="Google Shape;229;p35"/>
          <p:cNvSpPr txBox="1"/>
          <p:nvPr>
            <p:ph idx="1" type="body"/>
          </p:nvPr>
        </p:nvSpPr>
        <p:spPr>
          <a:xfrm>
            <a:off x="1354150" y="1619800"/>
            <a:ext cx="9857700" cy="42495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0"/>
              </a:spcBef>
              <a:spcAft>
                <a:spcPts val="0"/>
              </a:spcAft>
              <a:buSzPts val="1800"/>
              <a:buChar char="●"/>
            </a:pPr>
            <a:r>
              <a:rPr lang="en-GB"/>
              <a:t>Image pyramid at </a:t>
            </a:r>
            <a:r>
              <a:rPr lang="en-GB"/>
              <a:t>scale</a:t>
            </a:r>
            <a:r>
              <a:rPr lang="en-GB"/>
              <a:t> factor 1.2 with 8 levels</a:t>
            </a:r>
            <a:endParaRPr/>
          </a:p>
          <a:p>
            <a:pPr indent="-342900" lvl="0" marL="457200" rtl="0" algn="l">
              <a:lnSpc>
                <a:spcPct val="115000"/>
              </a:lnSpc>
              <a:spcBef>
                <a:spcPts val="0"/>
              </a:spcBef>
              <a:spcAft>
                <a:spcPts val="0"/>
              </a:spcAft>
              <a:buSzPts val="1800"/>
              <a:buChar char="●"/>
            </a:pPr>
            <a:r>
              <a:rPr lang="en-GB"/>
              <a:t>RealSense camera resolution of 840x480</a:t>
            </a:r>
            <a:endParaRPr/>
          </a:p>
          <a:p>
            <a:pPr indent="-342900" lvl="0" marL="457200" rtl="0" algn="l">
              <a:lnSpc>
                <a:spcPct val="115000"/>
              </a:lnSpc>
              <a:spcBef>
                <a:spcPts val="0"/>
              </a:spcBef>
              <a:spcAft>
                <a:spcPts val="0"/>
              </a:spcAft>
              <a:buSzPts val="1800"/>
              <a:buChar char="●"/>
            </a:pPr>
            <a:r>
              <a:rPr lang="en-GB"/>
              <a:t>Fast threshold set to 20</a:t>
            </a:r>
            <a:endParaRPr/>
          </a:p>
          <a:p>
            <a:pPr indent="-342900" lvl="0" marL="457200" rtl="0" algn="l">
              <a:lnSpc>
                <a:spcPct val="115000"/>
              </a:lnSpc>
              <a:spcBef>
                <a:spcPts val="0"/>
              </a:spcBef>
              <a:spcAft>
                <a:spcPts val="0"/>
              </a:spcAft>
              <a:buSzPts val="1800"/>
              <a:buChar char="●"/>
            </a:pPr>
            <a:r>
              <a:rPr lang="en-GB"/>
              <a:t>Indoor Sequence:</a:t>
            </a:r>
            <a:endParaRPr/>
          </a:p>
          <a:p>
            <a:pPr indent="-342900" lvl="1" marL="914400" rtl="0" algn="l">
              <a:lnSpc>
                <a:spcPct val="115000"/>
              </a:lnSpc>
              <a:spcBef>
                <a:spcPts val="0"/>
              </a:spcBef>
              <a:spcAft>
                <a:spcPts val="0"/>
              </a:spcAft>
              <a:buSzPts val="1800"/>
              <a:buChar char="○"/>
            </a:pPr>
            <a:r>
              <a:rPr lang="en-GB"/>
              <a:t>Environment rich in distinct features, therefore number of features set to 1000 per frame</a:t>
            </a:r>
            <a:endParaRPr/>
          </a:p>
          <a:p>
            <a:pPr indent="-342900" lvl="0" marL="457200" rtl="0" algn="l">
              <a:lnSpc>
                <a:spcPct val="115000"/>
              </a:lnSpc>
              <a:spcBef>
                <a:spcPts val="0"/>
              </a:spcBef>
              <a:spcAft>
                <a:spcPts val="0"/>
              </a:spcAft>
              <a:buSzPts val="1800"/>
              <a:buChar char="●"/>
            </a:pPr>
            <a:r>
              <a:rPr lang="en-GB"/>
              <a:t>Outdoor Sequence:</a:t>
            </a:r>
            <a:endParaRPr/>
          </a:p>
          <a:p>
            <a:pPr indent="-342900" lvl="1" marL="914400" rtl="0" algn="l">
              <a:lnSpc>
                <a:spcPct val="115000"/>
              </a:lnSpc>
              <a:spcBef>
                <a:spcPts val="0"/>
              </a:spcBef>
              <a:spcAft>
                <a:spcPts val="0"/>
              </a:spcAft>
              <a:buSzPts val="1800"/>
              <a:buChar char="○"/>
            </a:pPr>
            <a:r>
              <a:rPr lang="en-GB"/>
              <a:t>Number of features set to 2000</a:t>
            </a:r>
            <a:endParaRPr/>
          </a:p>
          <a:p>
            <a:pPr indent="-342900" lvl="1" marL="914400" rtl="0" algn="l">
              <a:lnSpc>
                <a:spcPct val="115000"/>
              </a:lnSpc>
              <a:spcBef>
                <a:spcPts val="0"/>
              </a:spcBef>
              <a:spcAft>
                <a:spcPts val="0"/>
              </a:spcAft>
              <a:buSzPts val="1800"/>
              <a:buChar char="○"/>
            </a:pPr>
            <a:r>
              <a:rPr lang="en-GB"/>
              <a:t>Ensures enough foreground features are detected and used for localization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6"/>
          <p:cNvSpPr txBox="1"/>
          <p:nvPr>
            <p:ph idx="1" type="body"/>
          </p:nvPr>
        </p:nvSpPr>
        <p:spPr>
          <a:xfrm>
            <a:off x="1354150" y="1419225"/>
            <a:ext cx="9857700" cy="42495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0"/>
              </a:spcBef>
              <a:spcAft>
                <a:spcPts val="0"/>
              </a:spcAft>
              <a:buSzPts val="1800"/>
              <a:buChar char="●"/>
            </a:pPr>
            <a:r>
              <a:rPr lang="en-GB"/>
              <a:t>3D Reconstructions:</a:t>
            </a:r>
            <a:endParaRPr/>
          </a:p>
          <a:p>
            <a:pPr indent="-342900" lvl="1" marL="914400" rtl="0" algn="l">
              <a:lnSpc>
                <a:spcPct val="115000"/>
              </a:lnSpc>
              <a:spcBef>
                <a:spcPts val="0"/>
              </a:spcBef>
              <a:spcAft>
                <a:spcPts val="0"/>
              </a:spcAft>
              <a:buSzPts val="1800"/>
              <a:buChar char="○"/>
            </a:pPr>
            <a:r>
              <a:rPr lang="en-GB"/>
              <a:t>COLMAP outputs a significantly denser reconstruction than ORB-SLAM2</a:t>
            </a:r>
            <a:endParaRPr/>
          </a:p>
          <a:p>
            <a:pPr indent="-342900" lvl="1" marL="914400" rtl="0" algn="l">
              <a:lnSpc>
                <a:spcPct val="115000"/>
              </a:lnSpc>
              <a:spcBef>
                <a:spcPts val="0"/>
              </a:spcBef>
              <a:spcAft>
                <a:spcPts val="0"/>
              </a:spcAft>
              <a:buSzPts val="1800"/>
              <a:buChar char="○"/>
            </a:pPr>
            <a:r>
              <a:rPr lang="en-GB"/>
              <a:t>In contrast, </a:t>
            </a:r>
            <a:r>
              <a:rPr lang="en-GB"/>
              <a:t>ORB efficiently triangulates high-gradient features, enough to perform </a:t>
            </a:r>
            <a:r>
              <a:rPr lang="en-GB"/>
              <a:t>live </a:t>
            </a:r>
            <a:r>
              <a:rPr lang="en-GB"/>
              <a:t>tracking.</a:t>
            </a:r>
            <a:endParaRPr/>
          </a:p>
          <a:p>
            <a:pPr indent="-342900" lvl="1" marL="914400" rtl="0" algn="l">
              <a:lnSpc>
                <a:spcPct val="115000"/>
              </a:lnSpc>
              <a:spcBef>
                <a:spcPts val="0"/>
              </a:spcBef>
              <a:spcAft>
                <a:spcPts val="0"/>
              </a:spcAft>
              <a:buSzPts val="1800"/>
              <a:buChar char="○"/>
            </a:pPr>
            <a:r>
              <a:rPr lang="en-GB"/>
              <a:t>Both methods successfully perform loop closure</a:t>
            </a:r>
            <a:endParaRPr/>
          </a:p>
        </p:txBody>
      </p:sp>
      <p:sp>
        <p:nvSpPr>
          <p:cNvPr id="236" name="Google Shape;236;p36"/>
          <p:cNvSpPr txBox="1"/>
          <p:nvPr>
            <p:ph type="ctrTitle"/>
          </p:nvPr>
        </p:nvSpPr>
        <p:spPr>
          <a:xfrm>
            <a:off x="1354157" y="409575"/>
            <a:ext cx="9479100" cy="1242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Arial"/>
              <a:buNone/>
            </a:pPr>
            <a:r>
              <a:rPr lang="en-GB"/>
              <a:t>Results</a:t>
            </a:r>
            <a:endParaRPr/>
          </a:p>
        </p:txBody>
      </p:sp>
      <p:pic>
        <p:nvPicPr>
          <p:cNvPr id="237" name="Google Shape;237;p36" title="riverside_3d.png"/>
          <p:cNvPicPr preferRelativeResize="0"/>
          <p:nvPr/>
        </p:nvPicPr>
        <p:blipFill>
          <a:blip r:embed="rId3">
            <a:alphaModFix/>
          </a:blip>
          <a:stretch>
            <a:fillRect/>
          </a:stretch>
        </p:blipFill>
        <p:spPr>
          <a:xfrm>
            <a:off x="1535550" y="3271475"/>
            <a:ext cx="4560450" cy="2584359"/>
          </a:xfrm>
          <a:prstGeom prst="rect">
            <a:avLst/>
          </a:prstGeom>
          <a:noFill/>
          <a:ln>
            <a:noFill/>
          </a:ln>
        </p:spPr>
      </p:pic>
      <p:pic>
        <p:nvPicPr>
          <p:cNvPr id="238" name="Google Shape;238;p36" title="riverside_orb.png"/>
          <p:cNvPicPr preferRelativeResize="0"/>
          <p:nvPr/>
        </p:nvPicPr>
        <p:blipFill>
          <a:blip r:embed="rId4">
            <a:alphaModFix/>
          </a:blip>
          <a:stretch>
            <a:fillRect/>
          </a:stretch>
        </p:blipFill>
        <p:spPr>
          <a:xfrm>
            <a:off x="6484001" y="3271475"/>
            <a:ext cx="4203651" cy="2351524"/>
          </a:xfrm>
          <a:prstGeom prst="rect">
            <a:avLst/>
          </a:prstGeom>
          <a:noFill/>
          <a:ln>
            <a:noFill/>
          </a:ln>
        </p:spPr>
      </p:pic>
      <p:sp>
        <p:nvSpPr>
          <p:cNvPr id="239" name="Google Shape;239;p36"/>
          <p:cNvSpPr txBox="1"/>
          <p:nvPr/>
        </p:nvSpPr>
        <p:spPr>
          <a:xfrm>
            <a:off x="1717100" y="5879775"/>
            <a:ext cx="3746400" cy="1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800">
              <a:solidFill>
                <a:schemeClr val="dk1"/>
              </a:solidFill>
            </a:endParaRPr>
          </a:p>
        </p:txBody>
      </p:sp>
      <p:sp>
        <p:nvSpPr>
          <p:cNvPr id="240" name="Google Shape;240;p36"/>
          <p:cNvSpPr txBox="1"/>
          <p:nvPr/>
        </p:nvSpPr>
        <p:spPr>
          <a:xfrm>
            <a:off x="1535538" y="5879775"/>
            <a:ext cx="4745400" cy="42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COLMAP reconstruction of outdoor environment</a:t>
            </a:r>
            <a:endParaRPr>
              <a:solidFill>
                <a:schemeClr val="dk1"/>
              </a:solidFill>
            </a:endParaRPr>
          </a:p>
        </p:txBody>
      </p:sp>
      <p:sp>
        <p:nvSpPr>
          <p:cNvPr id="241" name="Google Shape;241;p36"/>
          <p:cNvSpPr txBox="1"/>
          <p:nvPr/>
        </p:nvSpPr>
        <p:spPr>
          <a:xfrm>
            <a:off x="6483988" y="5668725"/>
            <a:ext cx="4745400" cy="42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ORB-SLAM2</a:t>
            </a:r>
            <a:r>
              <a:rPr lang="en-GB">
                <a:solidFill>
                  <a:schemeClr val="dk1"/>
                </a:solidFill>
              </a:rPr>
              <a:t> reconstruction of outdoor environment</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7"/>
          <p:cNvSpPr txBox="1"/>
          <p:nvPr>
            <p:ph type="ctrTitle"/>
          </p:nvPr>
        </p:nvSpPr>
        <p:spPr>
          <a:xfrm>
            <a:off x="1354157" y="409575"/>
            <a:ext cx="9479100" cy="1242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Arial"/>
              <a:buNone/>
            </a:pPr>
            <a:r>
              <a:rPr lang="en-GB"/>
              <a:t>Results</a:t>
            </a:r>
            <a:endParaRPr/>
          </a:p>
        </p:txBody>
      </p:sp>
      <p:sp>
        <p:nvSpPr>
          <p:cNvPr id="248" name="Google Shape;248;p37"/>
          <p:cNvSpPr txBox="1"/>
          <p:nvPr/>
        </p:nvSpPr>
        <p:spPr>
          <a:xfrm>
            <a:off x="836813" y="4939100"/>
            <a:ext cx="4745400" cy="42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COLMAP reconstruction of indoor environment</a:t>
            </a:r>
            <a:endParaRPr>
              <a:solidFill>
                <a:schemeClr val="dk1"/>
              </a:solidFill>
            </a:endParaRPr>
          </a:p>
        </p:txBody>
      </p:sp>
      <p:sp>
        <p:nvSpPr>
          <p:cNvPr id="249" name="Google Shape;249;p37"/>
          <p:cNvSpPr txBox="1"/>
          <p:nvPr/>
        </p:nvSpPr>
        <p:spPr>
          <a:xfrm>
            <a:off x="6483988" y="4579025"/>
            <a:ext cx="4745400" cy="42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ORB-SLAM2 reconstruction of indoor environment</a:t>
            </a:r>
            <a:endParaRPr>
              <a:solidFill>
                <a:schemeClr val="dk1"/>
              </a:solidFill>
            </a:endParaRPr>
          </a:p>
        </p:txBody>
      </p:sp>
      <p:pic>
        <p:nvPicPr>
          <p:cNvPr id="250" name="Google Shape;250;p37" title="bartlett_orb.png"/>
          <p:cNvPicPr preferRelativeResize="0"/>
          <p:nvPr/>
        </p:nvPicPr>
        <p:blipFill>
          <a:blip r:embed="rId3">
            <a:alphaModFix/>
          </a:blip>
          <a:stretch>
            <a:fillRect/>
          </a:stretch>
        </p:blipFill>
        <p:spPr>
          <a:xfrm>
            <a:off x="6484000" y="1887045"/>
            <a:ext cx="5506951" cy="2691991"/>
          </a:xfrm>
          <a:prstGeom prst="rect">
            <a:avLst/>
          </a:prstGeom>
          <a:noFill/>
          <a:ln>
            <a:noFill/>
          </a:ln>
        </p:spPr>
      </p:pic>
      <p:pic>
        <p:nvPicPr>
          <p:cNvPr id="251" name="Google Shape;251;p37" title="bartlett_3d.png"/>
          <p:cNvPicPr preferRelativeResize="0"/>
          <p:nvPr/>
        </p:nvPicPr>
        <p:blipFill>
          <a:blip r:embed="rId4">
            <a:alphaModFix/>
          </a:blip>
          <a:stretch>
            <a:fillRect/>
          </a:stretch>
        </p:blipFill>
        <p:spPr>
          <a:xfrm>
            <a:off x="836822" y="1766322"/>
            <a:ext cx="5506950" cy="31207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8"/>
          <p:cNvSpPr txBox="1"/>
          <p:nvPr>
            <p:ph idx="1" type="body"/>
          </p:nvPr>
        </p:nvSpPr>
        <p:spPr>
          <a:xfrm>
            <a:off x="1354150" y="1419225"/>
            <a:ext cx="9857700" cy="42495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0"/>
              </a:spcBef>
              <a:spcAft>
                <a:spcPts val="0"/>
              </a:spcAft>
              <a:buSzPts val="1800"/>
              <a:buChar char="●"/>
            </a:pPr>
            <a:r>
              <a:rPr lang="en-GB"/>
              <a:t>Trajectory alignment and reconstruction:</a:t>
            </a:r>
            <a:endParaRPr/>
          </a:p>
          <a:p>
            <a:pPr indent="-342900" lvl="1" marL="914400" rtl="0" algn="l">
              <a:lnSpc>
                <a:spcPct val="115000"/>
              </a:lnSpc>
              <a:spcBef>
                <a:spcPts val="0"/>
              </a:spcBef>
              <a:spcAft>
                <a:spcPts val="0"/>
              </a:spcAft>
              <a:buSzPts val="1800"/>
              <a:buChar char="○"/>
            </a:pPr>
            <a:r>
              <a:rPr lang="en-GB"/>
              <a:t>COLMAP was used as the ground-truth for Absolute Pose Error (APE)</a:t>
            </a:r>
            <a:endParaRPr/>
          </a:p>
          <a:p>
            <a:pPr indent="-342900" lvl="1" marL="914400" rtl="0" algn="l">
              <a:lnSpc>
                <a:spcPct val="115000"/>
              </a:lnSpc>
              <a:spcBef>
                <a:spcPts val="0"/>
              </a:spcBef>
              <a:spcAft>
                <a:spcPts val="0"/>
              </a:spcAft>
              <a:buSzPts val="1800"/>
              <a:buChar char="○"/>
            </a:pPr>
            <a:r>
              <a:rPr lang="en-GB"/>
              <a:t>While</a:t>
            </a:r>
            <a:r>
              <a:rPr lang="en-GB"/>
              <a:t> the Riverside </a:t>
            </a:r>
            <a:r>
              <a:rPr lang="en-GB"/>
              <a:t>environment </a:t>
            </a:r>
            <a:r>
              <a:rPr lang="en-GB"/>
              <a:t>had a higher mean error, both scenarios were </a:t>
            </a:r>
            <a:r>
              <a:rPr lang="en-GB"/>
              <a:t>successfully</a:t>
            </a:r>
            <a:r>
              <a:rPr lang="en-GB"/>
              <a:t> reconstructed by ORB-SLAM2, with centimeter level precision.</a:t>
            </a:r>
            <a:endParaRPr/>
          </a:p>
        </p:txBody>
      </p:sp>
      <p:sp>
        <p:nvSpPr>
          <p:cNvPr id="258" name="Google Shape;258;p38"/>
          <p:cNvSpPr txBox="1"/>
          <p:nvPr>
            <p:ph type="ctrTitle"/>
          </p:nvPr>
        </p:nvSpPr>
        <p:spPr>
          <a:xfrm>
            <a:off x="1354157" y="409575"/>
            <a:ext cx="9479100" cy="1242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Arial"/>
              <a:buNone/>
            </a:pPr>
            <a:r>
              <a:rPr lang="en-GB"/>
              <a:t>Results</a:t>
            </a:r>
            <a:endParaRPr/>
          </a:p>
        </p:txBody>
      </p:sp>
      <p:sp>
        <p:nvSpPr>
          <p:cNvPr id="259" name="Google Shape;259;p38"/>
          <p:cNvSpPr txBox="1"/>
          <p:nvPr/>
        </p:nvSpPr>
        <p:spPr>
          <a:xfrm>
            <a:off x="1717100" y="5879775"/>
            <a:ext cx="3746400" cy="1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800">
              <a:solidFill>
                <a:schemeClr val="dk1"/>
              </a:solidFill>
            </a:endParaRPr>
          </a:p>
        </p:txBody>
      </p:sp>
      <p:pic>
        <p:nvPicPr>
          <p:cNvPr id="260" name="Google Shape;260;p38"/>
          <p:cNvPicPr preferRelativeResize="0"/>
          <p:nvPr/>
        </p:nvPicPr>
        <p:blipFill>
          <a:blip r:embed="rId3">
            <a:alphaModFix/>
          </a:blip>
          <a:stretch>
            <a:fillRect/>
          </a:stretch>
        </p:blipFill>
        <p:spPr>
          <a:xfrm>
            <a:off x="2728349" y="3235900"/>
            <a:ext cx="6735300" cy="2768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9"/>
          <p:cNvSpPr txBox="1"/>
          <p:nvPr>
            <p:ph idx="1" type="body"/>
          </p:nvPr>
        </p:nvSpPr>
        <p:spPr>
          <a:xfrm>
            <a:off x="1354150" y="1419225"/>
            <a:ext cx="9857700" cy="42495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0"/>
              </a:spcBef>
              <a:spcAft>
                <a:spcPts val="0"/>
              </a:spcAft>
              <a:buSzPts val="1800"/>
              <a:buChar char="●"/>
            </a:pPr>
            <a:r>
              <a:rPr lang="en-GB"/>
              <a:t>Trajectory alignment and reconstruction:</a:t>
            </a:r>
            <a:endParaRPr/>
          </a:p>
          <a:p>
            <a:pPr indent="-342900" lvl="1" marL="914400" rtl="0" algn="l">
              <a:lnSpc>
                <a:spcPct val="115000"/>
              </a:lnSpc>
              <a:spcBef>
                <a:spcPts val="0"/>
              </a:spcBef>
              <a:spcAft>
                <a:spcPts val="0"/>
              </a:spcAft>
              <a:buSzPts val="1800"/>
              <a:buChar char="○"/>
            </a:pPr>
            <a:r>
              <a:rPr lang="en-GB"/>
              <a:t>D</a:t>
            </a:r>
            <a:r>
              <a:rPr lang="en-GB"/>
              <a:t>isplays the Relative Pose Error (RPE) between the COLMAP and ORB-SLAM2 computed trajectories</a:t>
            </a:r>
            <a:endParaRPr/>
          </a:p>
          <a:p>
            <a:pPr indent="-342900" lvl="1" marL="914400" rtl="0" algn="l">
              <a:lnSpc>
                <a:spcPct val="115000"/>
              </a:lnSpc>
              <a:spcBef>
                <a:spcPts val="0"/>
              </a:spcBef>
              <a:spcAft>
                <a:spcPts val="0"/>
              </a:spcAft>
              <a:buSzPts val="1800"/>
              <a:buChar char="○"/>
            </a:pPr>
            <a:r>
              <a:rPr lang="en-GB"/>
              <a:t>D</a:t>
            </a:r>
            <a:r>
              <a:rPr lang="en-GB"/>
              <a:t>emonstrates that ORB-SLAM2 is highly stable at computing frame-to-frame tracking.</a:t>
            </a:r>
            <a:endParaRPr/>
          </a:p>
          <a:p>
            <a:pPr indent="0" lvl="0" marL="914400" rtl="0" algn="l">
              <a:lnSpc>
                <a:spcPct val="115000"/>
              </a:lnSpc>
              <a:spcBef>
                <a:spcPts val="0"/>
              </a:spcBef>
              <a:spcAft>
                <a:spcPts val="0"/>
              </a:spcAft>
              <a:buNone/>
            </a:pPr>
            <a:r>
              <a:t/>
            </a:r>
            <a:endParaRPr/>
          </a:p>
        </p:txBody>
      </p:sp>
      <p:sp>
        <p:nvSpPr>
          <p:cNvPr id="267" name="Google Shape;267;p39"/>
          <p:cNvSpPr txBox="1"/>
          <p:nvPr>
            <p:ph type="ctrTitle"/>
          </p:nvPr>
        </p:nvSpPr>
        <p:spPr>
          <a:xfrm>
            <a:off x="1354157" y="409575"/>
            <a:ext cx="9479100" cy="1242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Arial"/>
              <a:buNone/>
            </a:pPr>
            <a:r>
              <a:rPr lang="en-GB"/>
              <a:t>Results</a:t>
            </a:r>
            <a:endParaRPr/>
          </a:p>
        </p:txBody>
      </p:sp>
      <p:sp>
        <p:nvSpPr>
          <p:cNvPr id="268" name="Google Shape;268;p39"/>
          <p:cNvSpPr txBox="1"/>
          <p:nvPr/>
        </p:nvSpPr>
        <p:spPr>
          <a:xfrm>
            <a:off x="1717100" y="5879775"/>
            <a:ext cx="3746400" cy="1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800">
              <a:solidFill>
                <a:schemeClr val="dk1"/>
              </a:solidFill>
            </a:endParaRPr>
          </a:p>
        </p:txBody>
      </p:sp>
      <p:pic>
        <p:nvPicPr>
          <p:cNvPr id="269" name="Google Shape;269;p39"/>
          <p:cNvPicPr preferRelativeResize="0"/>
          <p:nvPr/>
        </p:nvPicPr>
        <p:blipFill>
          <a:blip r:embed="rId3">
            <a:alphaModFix/>
          </a:blip>
          <a:stretch>
            <a:fillRect/>
          </a:stretch>
        </p:blipFill>
        <p:spPr>
          <a:xfrm>
            <a:off x="2728350" y="3100625"/>
            <a:ext cx="6735299" cy="315194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0"/>
          <p:cNvSpPr txBox="1"/>
          <p:nvPr>
            <p:ph idx="1" type="body"/>
          </p:nvPr>
        </p:nvSpPr>
        <p:spPr>
          <a:xfrm>
            <a:off x="1354150" y="1419225"/>
            <a:ext cx="9857700" cy="42495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0"/>
              </a:spcBef>
              <a:spcAft>
                <a:spcPts val="0"/>
              </a:spcAft>
              <a:buSzPts val="1800"/>
              <a:buChar char="●"/>
            </a:pPr>
            <a:r>
              <a:rPr lang="en-GB"/>
              <a:t>Trajectory alignment and reconstruction:</a:t>
            </a:r>
            <a:endParaRPr/>
          </a:p>
          <a:p>
            <a:pPr indent="-342900" lvl="1" marL="914400" rtl="0" algn="l">
              <a:lnSpc>
                <a:spcPct val="115000"/>
              </a:lnSpc>
              <a:spcBef>
                <a:spcPts val="0"/>
              </a:spcBef>
              <a:spcAft>
                <a:spcPts val="0"/>
              </a:spcAft>
              <a:buSzPts val="1800"/>
              <a:buChar char="○"/>
            </a:pPr>
            <a:r>
              <a:rPr lang="en-GB"/>
              <a:t>E</a:t>
            </a:r>
            <a:r>
              <a:rPr lang="en-GB"/>
              <a:t>rror heatmap for the APE of ORB-SLAM2 compared with COLMAP for both scenarios.</a:t>
            </a:r>
            <a:endParaRPr/>
          </a:p>
          <a:p>
            <a:pPr indent="-342900" lvl="1" marL="914400" rtl="0" algn="l">
              <a:lnSpc>
                <a:spcPct val="115000"/>
              </a:lnSpc>
              <a:spcBef>
                <a:spcPts val="0"/>
              </a:spcBef>
              <a:spcAft>
                <a:spcPts val="0"/>
              </a:spcAft>
              <a:buSzPts val="1800"/>
              <a:buChar char="○"/>
            </a:pPr>
            <a:r>
              <a:rPr lang="en-GB"/>
              <a:t>Overall, the estimated path is accurate to the ground truth</a:t>
            </a:r>
            <a:endParaRPr/>
          </a:p>
          <a:p>
            <a:pPr indent="-342900" lvl="1" marL="914400" rtl="0" algn="l">
              <a:lnSpc>
                <a:spcPct val="115000"/>
              </a:lnSpc>
              <a:spcBef>
                <a:spcPts val="0"/>
              </a:spcBef>
              <a:spcAft>
                <a:spcPts val="0"/>
              </a:spcAft>
              <a:buSzPts val="1800"/>
              <a:buChar char="○"/>
            </a:pPr>
            <a:r>
              <a:rPr lang="en-GB"/>
              <a:t>The highest errors </a:t>
            </a:r>
            <a:r>
              <a:rPr lang="en-GB"/>
              <a:t>occur</a:t>
            </a:r>
            <a:r>
              <a:rPr lang="en-GB"/>
              <a:t> under pure rotation of the camera</a:t>
            </a:r>
            <a:endParaRPr/>
          </a:p>
          <a:p>
            <a:pPr indent="0" lvl="0" marL="914400" rtl="0" algn="l">
              <a:lnSpc>
                <a:spcPct val="115000"/>
              </a:lnSpc>
              <a:spcBef>
                <a:spcPts val="0"/>
              </a:spcBef>
              <a:spcAft>
                <a:spcPts val="0"/>
              </a:spcAft>
              <a:buNone/>
            </a:pPr>
            <a:r>
              <a:t/>
            </a:r>
            <a:endParaRPr/>
          </a:p>
        </p:txBody>
      </p:sp>
      <p:sp>
        <p:nvSpPr>
          <p:cNvPr id="276" name="Google Shape;276;p40"/>
          <p:cNvSpPr txBox="1"/>
          <p:nvPr>
            <p:ph type="ctrTitle"/>
          </p:nvPr>
        </p:nvSpPr>
        <p:spPr>
          <a:xfrm>
            <a:off x="1354157" y="409575"/>
            <a:ext cx="9479100" cy="1242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Arial"/>
              <a:buNone/>
            </a:pPr>
            <a:r>
              <a:rPr lang="en-GB"/>
              <a:t>Results</a:t>
            </a:r>
            <a:endParaRPr/>
          </a:p>
        </p:txBody>
      </p:sp>
      <p:sp>
        <p:nvSpPr>
          <p:cNvPr id="277" name="Google Shape;277;p40"/>
          <p:cNvSpPr txBox="1"/>
          <p:nvPr/>
        </p:nvSpPr>
        <p:spPr>
          <a:xfrm>
            <a:off x="1717100" y="5879775"/>
            <a:ext cx="3746400" cy="1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800">
              <a:solidFill>
                <a:schemeClr val="dk1"/>
              </a:solidFill>
            </a:endParaRPr>
          </a:p>
        </p:txBody>
      </p:sp>
      <p:pic>
        <p:nvPicPr>
          <p:cNvPr id="278" name="Google Shape;278;p40"/>
          <p:cNvPicPr preferRelativeResize="0"/>
          <p:nvPr/>
        </p:nvPicPr>
        <p:blipFill>
          <a:blip r:embed="rId3">
            <a:alphaModFix/>
          </a:blip>
          <a:stretch>
            <a:fillRect/>
          </a:stretch>
        </p:blipFill>
        <p:spPr>
          <a:xfrm>
            <a:off x="6243425" y="3163625"/>
            <a:ext cx="5103724" cy="2505100"/>
          </a:xfrm>
          <a:prstGeom prst="rect">
            <a:avLst/>
          </a:prstGeom>
          <a:noFill/>
          <a:ln>
            <a:noFill/>
          </a:ln>
        </p:spPr>
      </p:pic>
      <p:pic>
        <p:nvPicPr>
          <p:cNvPr id="279" name="Google Shape;279;p40"/>
          <p:cNvPicPr preferRelativeResize="0"/>
          <p:nvPr/>
        </p:nvPicPr>
        <p:blipFill>
          <a:blip r:embed="rId4">
            <a:alphaModFix/>
          </a:blip>
          <a:stretch>
            <a:fillRect/>
          </a:stretch>
        </p:blipFill>
        <p:spPr>
          <a:xfrm>
            <a:off x="1033975" y="3219312"/>
            <a:ext cx="4968426" cy="2438683"/>
          </a:xfrm>
          <a:prstGeom prst="rect">
            <a:avLst/>
          </a:prstGeom>
          <a:noFill/>
          <a:ln>
            <a:noFill/>
          </a:ln>
        </p:spPr>
      </p:pic>
      <p:sp>
        <p:nvSpPr>
          <p:cNvPr id="280" name="Google Shape;280;p40"/>
          <p:cNvSpPr txBox="1"/>
          <p:nvPr/>
        </p:nvSpPr>
        <p:spPr>
          <a:xfrm>
            <a:off x="1033963" y="5658000"/>
            <a:ext cx="4745400" cy="42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Indoor Sequence (Bartlett)</a:t>
            </a:r>
            <a:endParaRPr>
              <a:solidFill>
                <a:schemeClr val="dk1"/>
              </a:solidFill>
            </a:endParaRPr>
          </a:p>
        </p:txBody>
      </p:sp>
      <p:sp>
        <p:nvSpPr>
          <p:cNvPr id="281" name="Google Shape;281;p40"/>
          <p:cNvSpPr txBox="1"/>
          <p:nvPr/>
        </p:nvSpPr>
        <p:spPr>
          <a:xfrm>
            <a:off x="6243413" y="5658000"/>
            <a:ext cx="4745400" cy="42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Outdoor Sequence (Riverside)</a:t>
            </a: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1"/>
          <p:cNvSpPr txBox="1"/>
          <p:nvPr>
            <p:ph type="ctrTitle"/>
          </p:nvPr>
        </p:nvSpPr>
        <p:spPr>
          <a:xfrm>
            <a:off x="5136125" y="409575"/>
            <a:ext cx="6604500" cy="1244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lang="en-GB"/>
              <a:t>Question 3 - LiDAR SLAM </a:t>
            </a:r>
            <a:endParaRPr/>
          </a:p>
        </p:txBody>
      </p:sp>
      <p:sp>
        <p:nvSpPr>
          <p:cNvPr id="288" name="Google Shape;288;p41"/>
          <p:cNvSpPr txBox="1"/>
          <p:nvPr>
            <p:ph idx="1" type="body"/>
          </p:nvPr>
        </p:nvSpPr>
        <p:spPr>
          <a:xfrm>
            <a:off x="5136124" y="1916825"/>
            <a:ext cx="6604500" cy="3528300"/>
          </a:xfrm>
          <a:prstGeom prst="rect">
            <a:avLst/>
          </a:prstGeom>
          <a:noFill/>
          <a:ln>
            <a:noFill/>
          </a:ln>
        </p:spPr>
        <p:txBody>
          <a:bodyPr anchorCtr="0" anchor="t" bIns="45700" lIns="91425" spcFirstLastPara="1" rIns="91425" wrap="square" tIns="45700">
            <a:noAutofit/>
          </a:bodyPr>
          <a:lstStyle/>
          <a:p>
            <a:pPr indent="-342900" lvl="0" marL="457200" rtl="0" algn="l">
              <a:lnSpc>
                <a:spcPct val="150000"/>
              </a:lnSpc>
              <a:spcBef>
                <a:spcPts val="0"/>
              </a:spcBef>
              <a:spcAft>
                <a:spcPts val="0"/>
              </a:spcAft>
              <a:buSzPts val="1800"/>
              <a:buChar char="-"/>
            </a:pPr>
            <a:r>
              <a:rPr lang="en-GB"/>
              <a:t>Parameter Sweeps on LiDAR Scans </a:t>
            </a:r>
            <a:endParaRPr/>
          </a:p>
          <a:p>
            <a:pPr indent="0" lvl="0" marL="457200" rtl="0" algn="l">
              <a:lnSpc>
                <a:spcPct val="150000"/>
              </a:lnSpc>
              <a:spcBef>
                <a:spcPts val="0"/>
              </a:spcBef>
              <a:spcAft>
                <a:spcPts val="0"/>
              </a:spcAft>
              <a:buNone/>
            </a:pPr>
            <a:r>
              <a:t/>
            </a:r>
            <a:endParaRPr/>
          </a:p>
          <a:p>
            <a:pPr indent="-342900" lvl="0" marL="457200" rtl="0" algn="l">
              <a:lnSpc>
                <a:spcPct val="150000"/>
              </a:lnSpc>
              <a:spcBef>
                <a:spcPts val="0"/>
              </a:spcBef>
              <a:spcAft>
                <a:spcPts val="0"/>
              </a:spcAft>
              <a:buSzPts val="1800"/>
              <a:buChar char="-"/>
            </a:pPr>
            <a:r>
              <a:rPr lang="en-GB"/>
              <a:t>Automatic Loop Detection </a:t>
            </a:r>
            <a:endParaRPr/>
          </a:p>
          <a:p>
            <a:pPr indent="0" lvl="0" marL="0" rtl="0" algn="l">
              <a:lnSpc>
                <a:spcPct val="150000"/>
              </a:lnSpc>
              <a:spcBef>
                <a:spcPts val="0"/>
              </a:spcBef>
              <a:spcAft>
                <a:spcPts val="0"/>
              </a:spcAft>
              <a:buNone/>
            </a:pPr>
            <a:r>
              <a:t/>
            </a:r>
            <a:endParaRPr/>
          </a:p>
          <a:p>
            <a:pPr indent="-342900" lvl="0" marL="457200" rtl="0" algn="l">
              <a:lnSpc>
                <a:spcPct val="150000"/>
              </a:lnSpc>
              <a:spcBef>
                <a:spcPts val="0"/>
              </a:spcBef>
              <a:spcAft>
                <a:spcPts val="0"/>
              </a:spcAft>
              <a:buSzPts val="1800"/>
              <a:buChar char="-"/>
            </a:pPr>
            <a:r>
              <a:rPr lang="en-GB"/>
              <a:t>Factor Graph Optimisation</a:t>
            </a:r>
            <a:endParaRPr/>
          </a:p>
          <a:p>
            <a:pPr indent="0" lvl="0" marL="0" rtl="0" algn="l">
              <a:lnSpc>
                <a:spcPct val="150000"/>
              </a:lnSpc>
              <a:spcBef>
                <a:spcPts val="0"/>
              </a:spcBef>
              <a:spcAft>
                <a:spcPts val="0"/>
              </a:spcAft>
              <a:buNone/>
            </a:pPr>
            <a:r>
              <a:t/>
            </a:r>
            <a:endParaRPr/>
          </a:p>
          <a:p>
            <a:pPr indent="-342900" lvl="0" marL="457200" rtl="0" algn="l">
              <a:lnSpc>
                <a:spcPct val="150000"/>
              </a:lnSpc>
              <a:spcBef>
                <a:spcPts val="0"/>
              </a:spcBef>
              <a:spcAft>
                <a:spcPts val="0"/>
              </a:spcAft>
              <a:buSzPts val="1800"/>
              <a:buChar char="-"/>
            </a:pPr>
            <a:r>
              <a:rPr lang="en-GB"/>
              <a:t>Map Points, Occupancy Grids and Live SLAM Videos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2"/>
          <p:cNvSpPr txBox="1"/>
          <p:nvPr/>
        </p:nvSpPr>
        <p:spPr>
          <a:xfrm>
            <a:off x="798675" y="253300"/>
            <a:ext cx="6319800" cy="81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accent1"/>
              </a:buClr>
              <a:buSzPts val="3600"/>
              <a:buFont typeface="Arial"/>
              <a:buNone/>
            </a:pPr>
            <a:r>
              <a:rPr lang="en-GB" sz="3600">
                <a:solidFill>
                  <a:schemeClr val="accent1"/>
                </a:solidFill>
              </a:rPr>
              <a:t>Maximum Range</a:t>
            </a:r>
            <a:endParaRPr sz="2800">
              <a:solidFill>
                <a:schemeClr val="dk1"/>
              </a:solidFill>
            </a:endParaRPr>
          </a:p>
        </p:txBody>
      </p:sp>
      <p:sp>
        <p:nvSpPr>
          <p:cNvPr id="295" name="Google Shape;295;p42"/>
          <p:cNvSpPr/>
          <p:nvPr/>
        </p:nvSpPr>
        <p:spPr>
          <a:xfrm>
            <a:off x="526625" y="1069300"/>
            <a:ext cx="3551100" cy="274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212529"/>
              </a:buClr>
              <a:buSzPts val="1499"/>
              <a:buFont typeface="Calibri"/>
              <a:buNone/>
            </a:pPr>
            <a:r>
              <a:rPr lang="en-GB"/>
              <a:t>Classroom</a:t>
            </a:r>
            <a:endParaRPr/>
          </a:p>
        </p:txBody>
      </p:sp>
      <p:pic>
        <p:nvPicPr>
          <p:cNvPr descr="/home/claude/slides/classroom_proper_max_range_6000mm.png" id="296" name="Google Shape;296;p42"/>
          <p:cNvPicPr preferRelativeResize="0"/>
          <p:nvPr/>
        </p:nvPicPr>
        <p:blipFill rotWithShape="1">
          <a:blip r:embed="rId3">
            <a:alphaModFix/>
          </a:blip>
          <a:srcRect b="0" l="0" r="0" t="0"/>
          <a:stretch/>
        </p:blipFill>
        <p:spPr>
          <a:xfrm>
            <a:off x="526625" y="1343427"/>
            <a:ext cx="3551180" cy="2741275"/>
          </a:xfrm>
          <a:prstGeom prst="rect">
            <a:avLst/>
          </a:prstGeom>
          <a:noFill/>
          <a:ln>
            <a:noFill/>
          </a:ln>
        </p:spPr>
      </p:pic>
      <p:sp>
        <p:nvSpPr>
          <p:cNvPr id="297" name="Google Shape;297;p42"/>
          <p:cNvSpPr/>
          <p:nvPr/>
        </p:nvSpPr>
        <p:spPr>
          <a:xfrm>
            <a:off x="4451615" y="1069300"/>
            <a:ext cx="3551100" cy="274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212529"/>
              </a:buClr>
              <a:buSzPts val="1499"/>
              <a:buFont typeface="Calibri"/>
              <a:buNone/>
            </a:pPr>
            <a:r>
              <a:rPr lang="en-GB"/>
              <a:t>Level 7</a:t>
            </a:r>
            <a:endParaRPr/>
          </a:p>
        </p:txBody>
      </p:sp>
      <p:pic>
        <p:nvPicPr>
          <p:cNvPr descr="/home/claude/slides/level7_max_range_6000mm.png" id="298" name="Google Shape;298;p42"/>
          <p:cNvPicPr preferRelativeResize="0"/>
          <p:nvPr/>
        </p:nvPicPr>
        <p:blipFill rotWithShape="1">
          <a:blip r:embed="rId4">
            <a:alphaModFix/>
          </a:blip>
          <a:srcRect b="0" l="0" r="0" t="0"/>
          <a:stretch/>
        </p:blipFill>
        <p:spPr>
          <a:xfrm>
            <a:off x="4451615" y="1343427"/>
            <a:ext cx="3551180" cy="2741275"/>
          </a:xfrm>
          <a:prstGeom prst="rect">
            <a:avLst/>
          </a:prstGeom>
          <a:noFill/>
          <a:ln>
            <a:noFill/>
          </a:ln>
        </p:spPr>
      </p:pic>
      <p:sp>
        <p:nvSpPr>
          <p:cNvPr id="299" name="Google Shape;299;p42"/>
          <p:cNvSpPr/>
          <p:nvPr/>
        </p:nvSpPr>
        <p:spPr>
          <a:xfrm>
            <a:off x="8376605" y="1069300"/>
            <a:ext cx="3551100" cy="274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212529"/>
              </a:buClr>
              <a:buSzPts val="1499"/>
              <a:buFont typeface="Calibri"/>
              <a:buNone/>
            </a:pPr>
            <a:r>
              <a:rPr lang="en-GB"/>
              <a:t>Riverside</a:t>
            </a:r>
            <a:endParaRPr/>
          </a:p>
        </p:txBody>
      </p:sp>
      <p:pic>
        <p:nvPicPr>
          <p:cNvPr descr="/home/claude/slides/riverside_max_range_6000mm.png" id="300" name="Google Shape;300;p42"/>
          <p:cNvPicPr preferRelativeResize="0"/>
          <p:nvPr/>
        </p:nvPicPr>
        <p:blipFill rotWithShape="1">
          <a:blip r:embed="rId5">
            <a:alphaModFix/>
          </a:blip>
          <a:srcRect b="0" l="0" r="0" t="0"/>
          <a:stretch/>
        </p:blipFill>
        <p:spPr>
          <a:xfrm>
            <a:off x="8376605" y="1343427"/>
            <a:ext cx="3551180" cy="2741275"/>
          </a:xfrm>
          <a:prstGeom prst="rect">
            <a:avLst/>
          </a:prstGeom>
          <a:noFill/>
          <a:ln>
            <a:noFill/>
          </a:ln>
        </p:spPr>
      </p:pic>
      <p:sp>
        <p:nvSpPr>
          <p:cNvPr id="301" name="Google Shape;301;p42"/>
          <p:cNvSpPr/>
          <p:nvPr/>
        </p:nvSpPr>
        <p:spPr>
          <a:xfrm>
            <a:off x="708875" y="4721825"/>
            <a:ext cx="10585200" cy="1446600"/>
          </a:xfrm>
          <a:prstGeom prst="rect">
            <a:avLst/>
          </a:prstGeom>
          <a:noFill/>
          <a:ln>
            <a:noFill/>
          </a:ln>
        </p:spPr>
        <p:txBody>
          <a:bodyPr anchorCtr="0" anchor="t" bIns="0" lIns="0" spcFirstLastPara="1" rIns="0" wrap="square" tIns="0">
            <a:noAutofit/>
          </a:bodyPr>
          <a:lstStyle/>
          <a:p>
            <a:pPr indent="-317500" lvl="0" marL="457200" rtl="0" algn="l">
              <a:spcBef>
                <a:spcPts val="0"/>
              </a:spcBef>
              <a:spcAft>
                <a:spcPts val="0"/>
              </a:spcAft>
              <a:buSzPts val="1400"/>
              <a:buChar char="•"/>
            </a:pPr>
            <a:r>
              <a:rPr lang="en-GB"/>
              <a:t>Classroom was unaffected (avg sep 0.14m) since everything in the room is already within 6m</a:t>
            </a:r>
            <a:endParaRPr/>
          </a:p>
          <a:p>
            <a:pPr indent="-317500" lvl="0" marL="457200" rtl="0" algn="l">
              <a:spcBef>
                <a:spcPts val="0"/>
              </a:spcBef>
              <a:spcAft>
                <a:spcPts val="0"/>
              </a:spcAft>
              <a:buSzPts val="1400"/>
              <a:buChar char="•"/>
            </a:pPr>
            <a:r>
              <a:rPr lang="en-GB"/>
              <a:t>Level 7 looks like it improved (closure 4.68 to 2.99m) but the loops actually drifted more mid-path (avg sep 0.72 to 1.70m)</a:t>
            </a:r>
            <a:endParaRPr/>
          </a:p>
          <a:p>
            <a:pPr indent="-317500" lvl="0" marL="457200" rtl="0" algn="l">
              <a:spcBef>
                <a:spcPts val="0"/>
              </a:spcBef>
              <a:spcAft>
                <a:spcPts val="0"/>
              </a:spcAft>
              <a:buSzPts val="1400"/>
              <a:buChar char="•"/>
            </a:pPr>
            <a:r>
              <a:rPr lang="en-GB"/>
              <a:t>Riverside got significantly worse (avg sep 0.31 to 1.34m) because most features are beyond 6m in this outdoor space</a:t>
            </a:r>
            <a:endParaRPr/>
          </a:p>
          <a:p>
            <a:pPr indent="-317500" lvl="0" marL="457200" rtl="0" algn="l">
              <a:spcBef>
                <a:spcPts val="0"/>
              </a:spcBef>
              <a:spcAft>
                <a:spcPts val="0"/>
              </a:spcAft>
              <a:buSzPts val="1400"/>
              <a:buChar char="•"/>
            </a:pPr>
            <a:r>
              <a:rPr lang="en-GB"/>
              <a:t>Only useful in small spaces. Also shows why closure error alone can be misleading</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3"/>
          <p:cNvSpPr txBox="1"/>
          <p:nvPr>
            <p:ph type="ctrTitle"/>
          </p:nvPr>
        </p:nvSpPr>
        <p:spPr>
          <a:xfrm>
            <a:off x="781200" y="270675"/>
            <a:ext cx="5965200" cy="805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GB"/>
              <a:t>Angular Resolution</a:t>
            </a:r>
            <a:endParaRPr/>
          </a:p>
        </p:txBody>
      </p:sp>
      <p:sp>
        <p:nvSpPr>
          <p:cNvPr id="308" name="Google Shape;308;p43"/>
          <p:cNvSpPr/>
          <p:nvPr/>
        </p:nvSpPr>
        <p:spPr>
          <a:xfrm>
            <a:off x="491950" y="1198025"/>
            <a:ext cx="3598500" cy="278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212529"/>
              </a:buClr>
              <a:buSzPts val="1519"/>
              <a:buFont typeface="Calibri"/>
              <a:buNone/>
            </a:pPr>
            <a:r>
              <a:rPr lang="en-GB"/>
              <a:t>Classroom (n=3)</a:t>
            </a:r>
            <a:endParaRPr/>
          </a:p>
        </p:txBody>
      </p:sp>
      <p:pic>
        <p:nvPicPr>
          <p:cNvPr descr="/home/claude/slides/classroom_proper_angular_res_n3.png" id="309" name="Google Shape;309;p43"/>
          <p:cNvPicPr preferRelativeResize="0"/>
          <p:nvPr/>
        </p:nvPicPr>
        <p:blipFill rotWithShape="1">
          <a:blip r:embed="rId3">
            <a:alphaModFix/>
          </a:blip>
          <a:srcRect b="0" l="0" r="0" t="0"/>
          <a:stretch/>
        </p:blipFill>
        <p:spPr>
          <a:xfrm>
            <a:off x="491950" y="1475813"/>
            <a:ext cx="3598605" cy="2777885"/>
          </a:xfrm>
          <a:prstGeom prst="rect">
            <a:avLst/>
          </a:prstGeom>
          <a:noFill/>
          <a:ln>
            <a:noFill/>
          </a:ln>
        </p:spPr>
      </p:pic>
      <p:sp>
        <p:nvSpPr>
          <p:cNvPr id="310" name="Google Shape;310;p43"/>
          <p:cNvSpPr/>
          <p:nvPr/>
        </p:nvSpPr>
        <p:spPr>
          <a:xfrm>
            <a:off x="4469349" y="1198025"/>
            <a:ext cx="3598500" cy="278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212529"/>
              </a:buClr>
              <a:buSzPts val="1519"/>
              <a:buFont typeface="Calibri"/>
              <a:buNone/>
            </a:pPr>
            <a:r>
              <a:rPr lang="en-GB"/>
              <a:t>Level 7 (n=2)</a:t>
            </a:r>
            <a:endParaRPr/>
          </a:p>
        </p:txBody>
      </p:sp>
      <p:pic>
        <p:nvPicPr>
          <p:cNvPr descr="/home/claude/slides/level7_angular_res_n2.png" id="311" name="Google Shape;311;p43"/>
          <p:cNvPicPr preferRelativeResize="0"/>
          <p:nvPr/>
        </p:nvPicPr>
        <p:blipFill rotWithShape="1">
          <a:blip r:embed="rId4">
            <a:alphaModFix/>
          </a:blip>
          <a:srcRect b="0" l="0" r="0" t="0"/>
          <a:stretch/>
        </p:blipFill>
        <p:spPr>
          <a:xfrm>
            <a:off x="4469349" y="1475813"/>
            <a:ext cx="3598605" cy="2777885"/>
          </a:xfrm>
          <a:prstGeom prst="rect">
            <a:avLst/>
          </a:prstGeom>
          <a:noFill/>
          <a:ln>
            <a:noFill/>
          </a:ln>
        </p:spPr>
      </p:pic>
      <p:sp>
        <p:nvSpPr>
          <p:cNvPr id="312" name="Google Shape;312;p43"/>
          <p:cNvSpPr/>
          <p:nvPr/>
        </p:nvSpPr>
        <p:spPr>
          <a:xfrm>
            <a:off x="8446747" y="1198025"/>
            <a:ext cx="3598500" cy="278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212529"/>
              </a:buClr>
              <a:buSzPts val="1519"/>
              <a:buFont typeface="Calibri"/>
              <a:buNone/>
            </a:pPr>
            <a:r>
              <a:rPr lang="en-GB"/>
              <a:t>Riverside (n=2)</a:t>
            </a:r>
            <a:endParaRPr/>
          </a:p>
        </p:txBody>
      </p:sp>
      <p:pic>
        <p:nvPicPr>
          <p:cNvPr descr="/home/claude/slides/riverside_angular_res_n2.png" id="313" name="Google Shape;313;p43"/>
          <p:cNvPicPr preferRelativeResize="0"/>
          <p:nvPr/>
        </p:nvPicPr>
        <p:blipFill rotWithShape="1">
          <a:blip r:embed="rId5">
            <a:alphaModFix/>
          </a:blip>
          <a:srcRect b="0" l="0" r="0" t="0"/>
          <a:stretch/>
        </p:blipFill>
        <p:spPr>
          <a:xfrm>
            <a:off x="8446747" y="1475813"/>
            <a:ext cx="3598605" cy="2777885"/>
          </a:xfrm>
          <a:prstGeom prst="rect">
            <a:avLst/>
          </a:prstGeom>
          <a:noFill/>
          <a:ln>
            <a:noFill/>
          </a:ln>
        </p:spPr>
      </p:pic>
      <p:sp>
        <p:nvSpPr>
          <p:cNvPr id="314" name="Google Shape;314;p43"/>
          <p:cNvSpPr/>
          <p:nvPr/>
        </p:nvSpPr>
        <p:spPr>
          <a:xfrm>
            <a:off x="781200" y="4653050"/>
            <a:ext cx="10999800" cy="2011800"/>
          </a:xfrm>
          <a:prstGeom prst="rect">
            <a:avLst/>
          </a:prstGeom>
          <a:noFill/>
          <a:ln>
            <a:noFill/>
          </a:ln>
        </p:spPr>
        <p:txBody>
          <a:bodyPr anchorCtr="0" anchor="t" bIns="0" lIns="0" spcFirstLastPara="1" rIns="0" wrap="square" tIns="0">
            <a:noAutofit/>
          </a:bodyPr>
          <a:lstStyle/>
          <a:p>
            <a:pPr indent="-317500" lvl="0" marL="457200" rtl="0" algn="l">
              <a:spcBef>
                <a:spcPts val="0"/>
              </a:spcBef>
              <a:spcAft>
                <a:spcPts val="0"/>
              </a:spcAft>
              <a:buSzPts val="1400"/>
              <a:buChar char="•"/>
            </a:pPr>
            <a:r>
              <a:rPr lang="en-GB"/>
              <a:t>Classroom handled it reasonably at n=3 (avg sep 0.15 to 0.20m) but degraded more at n=2 (0.30m)</a:t>
            </a:r>
            <a:endParaRPr/>
          </a:p>
          <a:p>
            <a:pPr indent="-317500" lvl="0" marL="457200" rtl="0" algn="l">
              <a:spcBef>
                <a:spcPts val="0"/>
              </a:spcBef>
              <a:spcAft>
                <a:spcPts val="0"/>
              </a:spcAft>
              <a:buSzPts val="1400"/>
              <a:buChar char="•"/>
            </a:pPr>
            <a:r>
              <a:rPr lang="en-GB"/>
              <a:t>Level 7 struggled the most</a:t>
            </a:r>
            <a:r>
              <a:rPr lang="en-GB"/>
              <a:t> as</a:t>
            </a:r>
            <a:r>
              <a:rPr lang="en-GB"/>
              <a:t> halving beams caused the avg sep to jump from 0.72 to 1.55m</a:t>
            </a:r>
            <a:endParaRPr/>
          </a:p>
          <a:p>
            <a:pPr indent="-317500" lvl="0" marL="457200" rtl="0" algn="l">
              <a:spcBef>
                <a:spcPts val="0"/>
              </a:spcBef>
              <a:spcAft>
                <a:spcPts val="0"/>
              </a:spcAft>
              <a:buSzPts val="1400"/>
              <a:buChar char="•"/>
            </a:pPr>
            <a:r>
              <a:rPr lang="en-GB"/>
              <a:t>Riverside was barely affected even at n=2 (avg sep 0.31 to 0.26m)</a:t>
            </a:r>
            <a:r>
              <a:rPr lang="en-GB"/>
              <a:t> due</a:t>
            </a:r>
            <a:r>
              <a:rPr lang="en-GB"/>
              <a:t> to nearby geometry</a:t>
            </a:r>
            <a:endParaRPr/>
          </a:p>
          <a:p>
            <a:pPr indent="-317500" lvl="0" marL="457200" rtl="0" algn="l">
              <a:spcBef>
                <a:spcPts val="0"/>
              </a:spcBef>
              <a:spcAft>
                <a:spcPts val="0"/>
              </a:spcAft>
              <a:buSzPts val="1400"/>
              <a:buChar char="•"/>
            </a:pPr>
            <a:r>
              <a:rPr lang="en-GB"/>
              <a:t>This </a:t>
            </a:r>
            <a:r>
              <a:rPr lang="en-GB"/>
              <a:t>depends on the environment</a:t>
            </a:r>
            <a:r>
              <a:rPr lang="en-GB"/>
              <a:t> </a:t>
            </a:r>
            <a:r>
              <a:rPr lang="en-GB"/>
              <a:t>if there is strong geometry close by, ICP can still align with fewer beams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4"/>
          <p:cNvSpPr txBox="1"/>
          <p:nvPr>
            <p:ph type="ctrTitle"/>
          </p:nvPr>
        </p:nvSpPr>
        <p:spPr>
          <a:xfrm>
            <a:off x="798538" y="409575"/>
            <a:ext cx="5965200" cy="1242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GB"/>
              <a:t>Voxel Grid Downsampling</a:t>
            </a:r>
            <a:endParaRPr sz="3000">
              <a:solidFill>
                <a:srgbClr val="1E2761"/>
              </a:solidFill>
              <a:latin typeface="Arial Black"/>
              <a:ea typeface="Arial Black"/>
              <a:cs typeface="Arial Black"/>
              <a:sym typeface="Arial Black"/>
            </a:endParaRPr>
          </a:p>
        </p:txBody>
      </p:sp>
      <p:sp>
        <p:nvSpPr>
          <p:cNvPr id="321" name="Google Shape;321;p44"/>
          <p:cNvSpPr/>
          <p:nvPr/>
        </p:nvSpPr>
        <p:spPr>
          <a:xfrm>
            <a:off x="544025" y="1419225"/>
            <a:ext cx="3590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212529"/>
              </a:buClr>
              <a:buSzPts val="1515"/>
              <a:buFont typeface="Calibri"/>
              <a:buNone/>
            </a:pPr>
            <a:r>
              <a:rPr lang="en-GB"/>
              <a:t>Classroom (0.05m)</a:t>
            </a:r>
            <a:endParaRPr/>
          </a:p>
        </p:txBody>
      </p:sp>
      <p:pic>
        <p:nvPicPr>
          <p:cNvPr descr="/home/claude/slides/classroom_proper_voxel_0_05m.png" id="322" name="Google Shape;322;p44"/>
          <p:cNvPicPr preferRelativeResize="0"/>
          <p:nvPr/>
        </p:nvPicPr>
        <p:blipFill rotWithShape="1">
          <a:blip r:embed="rId3">
            <a:alphaModFix/>
          </a:blip>
          <a:srcRect b="0" l="0" r="0" t="0"/>
          <a:stretch/>
        </p:blipFill>
        <p:spPr>
          <a:xfrm>
            <a:off x="544025" y="1696360"/>
            <a:ext cx="3590170" cy="2771355"/>
          </a:xfrm>
          <a:prstGeom prst="rect">
            <a:avLst/>
          </a:prstGeom>
          <a:noFill/>
          <a:ln>
            <a:noFill/>
          </a:ln>
        </p:spPr>
      </p:pic>
      <p:sp>
        <p:nvSpPr>
          <p:cNvPr id="323" name="Google Shape;323;p44"/>
          <p:cNvSpPr/>
          <p:nvPr/>
        </p:nvSpPr>
        <p:spPr>
          <a:xfrm>
            <a:off x="4512107" y="1419225"/>
            <a:ext cx="3590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212529"/>
              </a:buClr>
              <a:buSzPts val="1515"/>
              <a:buFont typeface="Calibri"/>
              <a:buNone/>
            </a:pPr>
            <a:r>
              <a:rPr lang="en-GB"/>
              <a:t>Level 7 (0.10m)</a:t>
            </a:r>
            <a:endParaRPr/>
          </a:p>
        </p:txBody>
      </p:sp>
      <p:pic>
        <p:nvPicPr>
          <p:cNvPr descr="/home/claude/slides/level7_voxel_0_10m.png" id="324" name="Google Shape;324;p44"/>
          <p:cNvPicPr preferRelativeResize="0"/>
          <p:nvPr/>
        </p:nvPicPr>
        <p:blipFill rotWithShape="1">
          <a:blip r:embed="rId4">
            <a:alphaModFix/>
          </a:blip>
          <a:srcRect b="0" l="0" r="0" t="0"/>
          <a:stretch/>
        </p:blipFill>
        <p:spPr>
          <a:xfrm>
            <a:off x="4512107" y="1696360"/>
            <a:ext cx="3590170" cy="2771355"/>
          </a:xfrm>
          <a:prstGeom prst="rect">
            <a:avLst/>
          </a:prstGeom>
          <a:noFill/>
          <a:ln>
            <a:noFill/>
          </a:ln>
        </p:spPr>
      </p:pic>
      <p:sp>
        <p:nvSpPr>
          <p:cNvPr id="325" name="Google Shape;325;p44"/>
          <p:cNvSpPr/>
          <p:nvPr/>
        </p:nvSpPr>
        <p:spPr>
          <a:xfrm>
            <a:off x="8480189" y="1419225"/>
            <a:ext cx="3590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212529"/>
              </a:buClr>
              <a:buSzPts val="1515"/>
              <a:buFont typeface="Calibri"/>
              <a:buNone/>
            </a:pPr>
            <a:r>
              <a:rPr lang="en-GB"/>
              <a:t>Riverside (0.10m)</a:t>
            </a:r>
            <a:endParaRPr/>
          </a:p>
        </p:txBody>
      </p:sp>
      <p:pic>
        <p:nvPicPr>
          <p:cNvPr descr="/home/claude/slides/riverside_voxel_0_10m.png" id="326" name="Google Shape;326;p44"/>
          <p:cNvPicPr preferRelativeResize="0"/>
          <p:nvPr/>
        </p:nvPicPr>
        <p:blipFill rotWithShape="1">
          <a:blip r:embed="rId5">
            <a:alphaModFix/>
          </a:blip>
          <a:srcRect b="0" l="0" r="0" t="0"/>
          <a:stretch/>
        </p:blipFill>
        <p:spPr>
          <a:xfrm>
            <a:off x="8480189" y="1696360"/>
            <a:ext cx="3590170" cy="2771355"/>
          </a:xfrm>
          <a:prstGeom prst="rect">
            <a:avLst/>
          </a:prstGeom>
          <a:noFill/>
          <a:ln>
            <a:noFill/>
          </a:ln>
        </p:spPr>
      </p:pic>
      <p:sp>
        <p:nvSpPr>
          <p:cNvPr id="327" name="Google Shape;327;p44"/>
          <p:cNvSpPr/>
          <p:nvPr/>
        </p:nvSpPr>
        <p:spPr>
          <a:xfrm>
            <a:off x="708025" y="4673300"/>
            <a:ext cx="11202300" cy="2011800"/>
          </a:xfrm>
          <a:prstGeom prst="rect">
            <a:avLst/>
          </a:prstGeom>
          <a:noFill/>
          <a:ln>
            <a:noFill/>
          </a:ln>
        </p:spPr>
        <p:txBody>
          <a:bodyPr anchorCtr="0" anchor="t" bIns="0" lIns="0" spcFirstLastPara="1" rIns="0" wrap="square" tIns="0">
            <a:noAutofit/>
          </a:bodyPr>
          <a:lstStyle/>
          <a:p>
            <a:pPr indent="-317500" lvl="0" marL="457200" rtl="0" algn="l">
              <a:spcBef>
                <a:spcPts val="0"/>
              </a:spcBef>
              <a:spcAft>
                <a:spcPts val="0"/>
              </a:spcAft>
              <a:buSzPts val="1400"/>
              <a:buChar char="•"/>
            </a:pPr>
            <a:r>
              <a:rPr lang="en-GB"/>
              <a:t>Classroom at 0.05m gave our best result for this dataset (avg sep 0.12m, closure 0.65m)</a:t>
            </a:r>
            <a:endParaRPr/>
          </a:p>
          <a:p>
            <a:pPr indent="-317500" lvl="0" marL="457200" rtl="0" algn="l">
              <a:spcBef>
                <a:spcPts val="0"/>
              </a:spcBef>
              <a:spcAft>
                <a:spcPts val="0"/>
              </a:spcAft>
              <a:buSzPts val="1400"/>
              <a:buChar char="•"/>
            </a:pPr>
            <a:r>
              <a:rPr lang="en-GB"/>
              <a:t>Level 7 at 0.10m also improved over baseline (avg sep 0.72 to 0.58m, max sep 2.60 to 1.81m)</a:t>
            </a:r>
            <a:endParaRPr/>
          </a:p>
          <a:p>
            <a:pPr indent="-317500" lvl="0" marL="457200" rtl="0" algn="l">
              <a:spcBef>
                <a:spcPts val="0"/>
              </a:spcBef>
              <a:spcAft>
                <a:spcPts val="0"/>
              </a:spcAft>
              <a:buSzPts val="1400"/>
              <a:buChar char="•"/>
            </a:pPr>
            <a:r>
              <a:rPr lang="en-GB"/>
              <a:t>Riverside at 0.10m was the best of any riverside experiment (avg sep 0.27m, closure just 0.35m)</a:t>
            </a:r>
            <a:endParaRPr/>
          </a:p>
          <a:p>
            <a:pPr indent="-317500" lvl="0" marL="457200" rtl="0" algn="l">
              <a:spcBef>
                <a:spcPts val="0"/>
              </a:spcBef>
              <a:spcAft>
                <a:spcPts val="0"/>
              </a:spcAft>
              <a:buSzPts val="1400"/>
              <a:buChar char="•"/>
            </a:pPr>
            <a:r>
              <a:rPr lang="en-GB"/>
              <a:t>Best parameter overall</a:t>
            </a:r>
            <a:r>
              <a:rPr lang="en-GB"/>
              <a:t> as </a:t>
            </a:r>
            <a:r>
              <a:rPr lang="en-GB"/>
              <a:t>it cleans up dense clusters without throwing away features in sparse areas, so ICP gets better correspondences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5"/>
          <p:cNvSpPr txBox="1"/>
          <p:nvPr>
            <p:ph type="ctrTitle"/>
          </p:nvPr>
        </p:nvSpPr>
        <p:spPr>
          <a:xfrm>
            <a:off x="630813" y="409575"/>
            <a:ext cx="5965200" cy="1242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1E2761"/>
              </a:buClr>
              <a:buSzPts val="3000"/>
              <a:buFont typeface="Arial Black"/>
              <a:buNone/>
            </a:pPr>
            <a:r>
              <a:rPr lang="en-GB"/>
              <a:t>Scan Rate</a:t>
            </a:r>
            <a:endParaRPr/>
          </a:p>
        </p:txBody>
      </p:sp>
      <p:sp>
        <p:nvSpPr>
          <p:cNvPr id="334" name="Google Shape;334;p45"/>
          <p:cNvSpPr/>
          <p:nvPr/>
        </p:nvSpPr>
        <p:spPr>
          <a:xfrm>
            <a:off x="630825" y="1419225"/>
            <a:ext cx="3500100" cy="270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212529"/>
              </a:buClr>
              <a:buSzPts val="1477"/>
              <a:buFont typeface="Calibri"/>
              <a:buNone/>
            </a:pPr>
            <a:r>
              <a:rPr lang="en-GB" sz="1477"/>
              <a:t>Classroom (0.05m)</a:t>
            </a:r>
            <a:endParaRPr sz="1477"/>
          </a:p>
        </p:txBody>
      </p:sp>
      <p:pic>
        <p:nvPicPr>
          <p:cNvPr descr="/home/claude/slides/classroom_proper_voxel_0_05m.png" id="335" name="Google Shape;335;p45"/>
          <p:cNvPicPr preferRelativeResize="0"/>
          <p:nvPr/>
        </p:nvPicPr>
        <p:blipFill rotWithShape="1">
          <a:blip r:embed="rId3">
            <a:alphaModFix/>
          </a:blip>
          <a:srcRect b="0" l="0" r="0" t="0"/>
          <a:stretch/>
        </p:blipFill>
        <p:spPr>
          <a:xfrm>
            <a:off x="630825" y="1689416"/>
            <a:ext cx="3500205" cy="2701910"/>
          </a:xfrm>
          <a:prstGeom prst="rect">
            <a:avLst/>
          </a:prstGeom>
          <a:noFill/>
          <a:ln>
            <a:noFill/>
          </a:ln>
        </p:spPr>
      </p:pic>
      <p:sp>
        <p:nvSpPr>
          <p:cNvPr id="336" name="Google Shape;336;p45"/>
          <p:cNvSpPr/>
          <p:nvPr/>
        </p:nvSpPr>
        <p:spPr>
          <a:xfrm>
            <a:off x="4499472" y="1419225"/>
            <a:ext cx="3500100" cy="270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212529"/>
              </a:buClr>
              <a:buSzPts val="1477"/>
              <a:buFont typeface="Calibri"/>
              <a:buNone/>
            </a:pPr>
            <a:r>
              <a:rPr lang="en-GB" sz="1477"/>
              <a:t>Level 7 (0.10m)</a:t>
            </a:r>
            <a:endParaRPr sz="1477"/>
          </a:p>
        </p:txBody>
      </p:sp>
      <p:pic>
        <p:nvPicPr>
          <p:cNvPr descr="/home/claude/slides/level7_voxel_0_10m.png" id="337" name="Google Shape;337;p45"/>
          <p:cNvPicPr preferRelativeResize="0"/>
          <p:nvPr/>
        </p:nvPicPr>
        <p:blipFill rotWithShape="1">
          <a:blip r:embed="rId4">
            <a:alphaModFix/>
          </a:blip>
          <a:srcRect b="0" l="0" r="0" t="0"/>
          <a:stretch/>
        </p:blipFill>
        <p:spPr>
          <a:xfrm>
            <a:off x="4499472" y="1689416"/>
            <a:ext cx="3500205" cy="2701910"/>
          </a:xfrm>
          <a:prstGeom prst="rect">
            <a:avLst/>
          </a:prstGeom>
          <a:noFill/>
          <a:ln>
            <a:noFill/>
          </a:ln>
        </p:spPr>
      </p:pic>
      <p:sp>
        <p:nvSpPr>
          <p:cNvPr id="338" name="Google Shape;338;p45"/>
          <p:cNvSpPr/>
          <p:nvPr/>
        </p:nvSpPr>
        <p:spPr>
          <a:xfrm>
            <a:off x="8368120" y="1419225"/>
            <a:ext cx="3500100" cy="270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212529"/>
              </a:buClr>
              <a:buSzPts val="1477"/>
              <a:buFont typeface="Calibri"/>
              <a:buNone/>
            </a:pPr>
            <a:r>
              <a:rPr lang="en-GB" sz="1477"/>
              <a:t>Riverside (0.10m)</a:t>
            </a:r>
            <a:endParaRPr sz="1477"/>
          </a:p>
        </p:txBody>
      </p:sp>
      <p:pic>
        <p:nvPicPr>
          <p:cNvPr descr="/home/claude/slides/riverside_voxel_0_10m.png" id="339" name="Google Shape;339;p45"/>
          <p:cNvPicPr preferRelativeResize="0"/>
          <p:nvPr/>
        </p:nvPicPr>
        <p:blipFill rotWithShape="1">
          <a:blip r:embed="rId5">
            <a:alphaModFix/>
          </a:blip>
          <a:srcRect b="0" l="0" r="0" t="0"/>
          <a:stretch/>
        </p:blipFill>
        <p:spPr>
          <a:xfrm>
            <a:off x="8368120" y="1689416"/>
            <a:ext cx="3500205" cy="2701910"/>
          </a:xfrm>
          <a:prstGeom prst="rect">
            <a:avLst/>
          </a:prstGeom>
          <a:noFill/>
          <a:ln>
            <a:noFill/>
          </a:ln>
        </p:spPr>
      </p:pic>
      <p:sp>
        <p:nvSpPr>
          <p:cNvPr id="340" name="Google Shape;340;p45"/>
          <p:cNvSpPr/>
          <p:nvPr/>
        </p:nvSpPr>
        <p:spPr>
          <a:xfrm>
            <a:off x="630825" y="4586475"/>
            <a:ext cx="11331600" cy="2011800"/>
          </a:xfrm>
          <a:prstGeom prst="rect">
            <a:avLst/>
          </a:prstGeom>
          <a:noFill/>
          <a:ln>
            <a:noFill/>
          </a:ln>
        </p:spPr>
        <p:txBody>
          <a:bodyPr anchorCtr="0" anchor="t" bIns="0" lIns="0" spcFirstLastPara="1" rIns="0" wrap="square" tIns="0">
            <a:noAutofit/>
          </a:bodyPr>
          <a:lstStyle/>
          <a:p>
            <a:pPr indent="-317500" lvl="0" marL="457200" rtl="0" algn="l">
              <a:spcBef>
                <a:spcPts val="0"/>
              </a:spcBef>
              <a:spcAft>
                <a:spcPts val="0"/>
              </a:spcAft>
              <a:buSzPts val="1400"/>
              <a:buChar char="•"/>
            </a:pPr>
            <a:r>
              <a:rPr lang="en-GB"/>
              <a:t>Classroom stayed stable even with only 33% of scans (avg sep 0.14m, closure 0.38m)</a:t>
            </a:r>
            <a:endParaRPr/>
          </a:p>
          <a:p>
            <a:pPr indent="-317500" lvl="0" marL="457200" rtl="0" algn="l">
              <a:spcBef>
                <a:spcPts val="0"/>
              </a:spcBef>
              <a:spcAft>
                <a:spcPts val="0"/>
              </a:spcAft>
              <a:buSzPts val="1400"/>
              <a:buChar char="•"/>
            </a:pPr>
            <a:r>
              <a:rPr lang="en-GB"/>
              <a:t>Level 7 actually improved</a:t>
            </a:r>
            <a:r>
              <a:rPr lang="en-GB"/>
              <a:t> as </a:t>
            </a:r>
            <a:r>
              <a:rPr lang="en-GB"/>
              <a:t>avg sep dropped from 0.72 to 0.44m because fewer ICP steps means less accumulated drift</a:t>
            </a:r>
            <a:endParaRPr/>
          </a:p>
          <a:p>
            <a:pPr indent="-317500" lvl="0" marL="457200" rtl="0" algn="l">
              <a:spcBef>
                <a:spcPts val="0"/>
              </a:spcBef>
              <a:spcAft>
                <a:spcPts val="0"/>
              </a:spcAft>
              <a:buSzPts val="1400"/>
              <a:buChar char="•"/>
            </a:pPr>
            <a:r>
              <a:rPr lang="en-GB"/>
              <a:t>Riverside also </a:t>
            </a:r>
            <a:r>
              <a:rPr lang="en-GB"/>
              <a:t>held up good</a:t>
            </a:r>
            <a:r>
              <a:rPr lang="en-GB"/>
              <a:t> (avg sep 0.35m, slight closure increase to 1.55m but loops stayed aligned)</a:t>
            </a:r>
            <a:endParaRPr/>
          </a:p>
          <a:p>
            <a:pPr indent="-317500" lvl="0" marL="457200" rtl="0" algn="l">
              <a:spcBef>
                <a:spcPts val="0"/>
              </a:spcBef>
              <a:spcAft>
                <a:spcPts val="0"/>
              </a:spcAft>
              <a:buSzPts val="1400"/>
              <a:buChar char="•"/>
            </a:pPr>
            <a:r>
              <a:rPr lang="en-GB"/>
              <a:t>Safest parameter to change</a:t>
            </a:r>
            <a:r>
              <a:rPr lang="en-GB"/>
              <a:t> as</a:t>
            </a:r>
            <a:r>
              <a:rPr lang="en-GB"/>
              <a:t> each scan still has all its beams so individual ICP quality is not affected, only the total number of steps changes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6"/>
          <p:cNvSpPr txBox="1"/>
          <p:nvPr>
            <p:ph type="ctrTitle"/>
          </p:nvPr>
        </p:nvSpPr>
        <p:spPr>
          <a:xfrm>
            <a:off x="1354138" y="409575"/>
            <a:ext cx="5965200" cy="1242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Arial"/>
              <a:buNone/>
            </a:pPr>
            <a:r>
              <a:rPr lang="en-GB"/>
              <a:t>Loop Closure Detection</a:t>
            </a:r>
            <a:endParaRPr/>
          </a:p>
        </p:txBody>
      </p:sp>
      <p:sp>
        <p:nvSpPr>
          <p:cNvPr id="347" name="Google Shape;347;p46"/>
          <p:cNvSpPr txBox="1"/>
          <p:nvPr>
            <p:ph idx="1" type="body"/>
          </p:nvPr>
        </p:nvSpPr>
        <p:spPr>
          <a:xfrm>
            <a:off x="1213550" y="1081688"/>
            <a:ext cx="5070900" cy="3721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t/>
            </a:r>
            <a:endParaRPr b="1"/>
          </a:p>
          <a:p>
            <a:pPr indent="-342900" lvl="0" marL="457200" rtl="0" algn="l">
              <a:lnSpc>
                <a:spcPct val="115000"/>
              </a:lnSpc>
              <a:spcBef>
                <a:spcPts val="1200"/>
              </a:spcBef>
              <a:spcAft>
                <a:spcPts val="0"/>
              </a:spcAft>
              <a:buSzPts val="1800"/>
              <a:buFont typeface="Arial"/>
              <a:buChar char="●"/>
            </a:pPr>
            <a:r>
              <a:rPr b="1" lang="en-GB"/>
              <a:t>Core challenge:</a:t>
            </a:r>
            <a:r>
              <a:rPr lang="en-GB"/>
              <a:t> Single-scan matching is unreliable — individual LiDAR scans are too sparse/noisy for direct comparison</a:t>
            </a:r>
            <a:endParaRPr/>
          </a:p>
          <a:p>
            <a:pPr indent="0" lvl="0" marL="0" rtl="0" algn="l">
              <a:lnSpc>
                <a:spcPct val="115000"/>
              </a:lnSpc>
              <a:spcBef>
                <a:spcPts val="1200"/>
              </a:spcBef>
              <a:spcAft>
                <a:spcPts val="0"/>
              </a:spcAft>
              <a:buNone/>
            </a:pPr>
            <a:r>
              <a:t/>
            </a:r>
            <a:endParaRPr/>
          </a:p>
          <a:p>
            <a:pPr indent="-342900" lvl="0" marL="457200" rtl="0" algn="l">
              <a:lnSpc>
                <a:spcPct val="115000"/>
              </a:lnSpc>
              <a:spcBef>
                <a:spcPts val="1200"/>
              </a:spcBef>
              <a:spcAft>
                <a:spcPts val="0"/>
              </a:spcAft>
              <a:buSzPts val="1800"/>
              <a:buFont typeface="Arial"/>
              <a:buChar char="●"/>
            </a:pPr>
            <a:r>
              <a:rPr b="1" lang="en-GB"/>
              <a:t>Solution:</a:t>
            </a:r>
            <a:r>
              <a:rPr lang="en-GB"/>
              <a:t> Aggregate each keyframe with ±10 neighbouring keyframes, then compute a </a:t>
            </a:r>
            <a:r>
              <a:rPr b="1" lang="en-GB"/>
              <a:t>2D bearing-range histogram descriptor</a:t>
            </a:r>
            <a:r>
              <a:rPr lang="en-GB"/>
              <a:t> (36 angular × 24 range bins = 864-dim vector)</a:t>
            </a:r>
            <a:endParaRPr/>
          </a:p>
          <a:p>
            <a:pPr indent="0" lvl="0" marL="457200" rtl="0" algn="l">
              <a:lnSpc>
                <a:spcPct val="115000"/>
              </a:lnSpc>
              <a:spcBef>
                <a:spcPts val="1200"/>
              </a:spcBef>
              <a:spcAft>
                <a:spcPts val="0"/>
              </a:spcAft>
              <a:buNone/>
            </a:pPr>
            <a:r>
              <a:t/>
            </a:r>
            <a:endParaRPr/>
          </a:p>
          <a:p>
            <a:pPr indent="-342900" lvl="0" marL="457200" rtl="0" algn="l">
              <a:lnSpc>
                <a:spcPct val="115000"/>
              </a:lnSpc>
              <a:spcBef>
                <a:spcPts val="1200"/>
              </a:spcBef>
              <a:spcAft>
                <a:spcPts val="0"/>
              </a:spcAft>
              <a:buSzPts val="1800"/>
              <a:buChar char="●"/>
            </a:pPr>
            <a:r>
              <a:rPr b="1" lang="en-GB"/>
              <a:t>Similarity metric:</a:t>
            </a:r>
            <a:r>
              <a:rPr lang="en-GB"/>
              <a:t> Cosine similarity after L₂ normalisation </a:t>
            </a:r>
            <a:endParaRPr sz="2500"/>
          </a:p>
          <a:p>
            <a:pPr indent="0" lvl="0" marL="457200" rtl="0" algn="l">
              <a:lnSpc>
                <a:spcPct val="100000"/>
              </a:lnSpc>
              <a:spcBef>
                <a:spcPts val="0"/>
              </a:spcBef>
              <a:spcAft>
                <a:spcPts val="0"/>
              </a:spcAft>
              <a:buNone/>
            </a:pPr>
            <a:r>
              <a:t/>
            </a:r>
            <a:endParaRPr/>
          </a:p>
        </p:txBody>
      </p:sp>
      <p:pic>
        <p:nvPicPr>
          <p:cNvPr id="348" name="Google Shape;348;p46" title="reference_points.png"/>
          <p:cNvPicPr preferRelativeResize="0"/>
          <p:nvPr/>
        </p:nvPicPr>
        <p:blipFill rotWithShape="1">
          <a:blip r:embed="rId3">
            <a:alphaModFix/>
          </a:blip>
          <a:srcRect b="0" l="-5420" r="5420" t="0"/>
          <a:stretch/>
        </p:blipFill>
        <p:spPr>
          <a:xfrm>
            <a:off x="6709950" y="868988"/>
            <a:ext cx="5070900" cy="49013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7"/>
          <p:cNvSpPr txBox="1"/>
          <p:nvPr>
            <p:ph type="ctrTitle"/>
          </p:nvPr>
        </p:nvSpPr>
        <p:spPr>
          <a:xfrm>
            <a:off x="1354138" y="409575"/>
            <a:ext cx="5965200" cy="1242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GB"/>
              <a:t>Dual Signal Criterion</a:t>
            </a:r>
            <a:endParaRPr/>
          </a:p>
        </p:txBody>
      </p:sp>
      <p:pic>
        <p:nvPicPr>
          <p:cNvPr id="355" name="Google Shape;355;p47" title="dual_signal_exploration.png"/>
          <p:cNvPicPr preferRelativeResize="0"/>
          <p:nvPr/>
        </p:nvPicPr>
        <p:blipFill>
          <a:blip r:embed="rId3">
            <a:alphaModFix/>
          </a:blip>
          <a:stretch>
            <a:fillRect/>
          </a:stretch>
        </p:blipFill>
        <p:spPr>
          <a:xfrm>
            <a:off x="623013" y="1248750"/>
            <a:ext cx="11157827" cy="46472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8"/>
          <p:cNvSpPr txBox="1"/>
          <p:nvPr>
            <p:ph type="ctrTitle"/>
          </p:nvPr>
        </p:nvSpPr>
        <p:spPr>
          <a:xfrm>
            <a:off x="1354149" y="409575"/>
            <a:ext cx="10034100" cy="1242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Arial"/>
              <a:buNone/>
            </a:pPr>
            <a:r>
              <a:rPr lang="en-GB"/>
              <a:t>Loop Closure Detection - Avoiding False Positives</a:t>
            </a:r>
            <a:endParaRPr/>
          </a:p>
          <a:p>
            <a:pPr indent="0" lvl="0" marL="0" rtl="0" algn="l">
              <a:lnSpc>
                <a:spcPct val="100000"/>
              </a:lnSpc>
              <a:spcBef>
                <a:spcPts val="0"/>
              </a:spcBef>
              <a:spcAft>
                <a:spcPts val="0"/>
              </a:spcAft>
              <a:buClr>
                <a:schemeClr val="accent1"/>
              </a:buClr>
              <a:buSzPts val="3600"/>
              <a:buFont typeface="Arial"/>
              <a:buNone/>
            </a:pPr>
            <a:r>
              <a:t/>
            </a:r>
            <a:endParaRPr/>
          </a:p>
        </p:txBody>
      </p:sp>
      <p:sp>
        <p:nvSpPr>
          <p:cNvPr id="362" name="Google Shape;362;p48"/>
          <p:cNvSpPr txBox="1"/>
          <p:nvPr>
            <p:ph idx="1" type="body"/>
          </p:nvPr>
        </p:nvSpPr>
        <p:spPr>
          <a:xfrm>
            <a:off x="1197975" y="1419225"/>
            <a:ext cx="8472000" cy="3721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t/>
            </a:r>
            <a:endParaRPr b="1"/>
          </a:p>
          <a:p>
            <a:pPr indent="-342900" lvl="0" marL="457200" rtl="0" algn="l">
              <a:lnSpc>
                <a:spcPct val="115000"/>
              </a:lnSpc>
              <a:spcBef>
                <a:spcPts val="1200"/>
              </a:spcBef>
              <a:spcAft>
                <a:spcPts val="0"/>
              </a:spcAft>
              <a:buSzPts val="1800"/>
              <a:buFont typeface="Arial"/>
              <a:buChar char="●"/>
            </a:pPr>
            <a:r>
              <a:rPr b="1" lang="en-GB"/>
              <a:t>Peak confirmation:</a:t>
            </a:r>
            <a:r>
              <a:rPr lang="en-GB"/>
              <a:t> 5-keyframe sliding window - candidate only confirmed once the signal has peaked </a:t>
            </a:r>
            <a:r>
              <a:rPr i="1" lang="en-GB"/>
              <a:t>and begun to decline</a:t>
            </a:r>
            <a:r>
              <a:rPr lang="en-GB"/>
              <a:t> (avoids premature triggering on an ascending signal)</a:t>
            </a:r>
            <a:endParaRPr/>
          </a:p>
          <a:p>
            <a:pPr indent="0" lvl="0" marL="0" rtl="0" algn="l">
              <a:lnSpc>
                <a:spcPct val="115000"/>
              </a:lnSpc>
              <a:spcBef>
                <a:spcPts val="1200"/>
              </a:spcBef>
              <a:spcAft>
                <a:spcPts val="0"/>
              </a:spcAft>
              <a:buNone/>
            </a:pPr>
            <a:r>
              <a:t/>
            </a:r>
            <a:endParaRPr/>
          </a:p>
          <a:p>
            <a:pPr indent="-342900" lvl="0" marL="457200" rtl="0" algn="l">
              <a:lnSpc>
                <a:spcPct val="115000"/>
              </a:lnSpc>
              <a:spcBef>
                <a:spcPts val="1200"/>
              </a:spcBef>
              <a:spcAft>
                <a:spcPts val="0"/>
              </a:spcAft>
              <a:buSzPts val="1800"/>
              <a:buFont typeface="Arial"/>
              <a:buChar char="●"/>
            </a:pPr>
            <a:r>
              <a:rPr b="1" lang="en-GB"/>
              <a:t>Minimum temporal gap:</a:t>
            </a:r>
            <a:r>
              <a:rPr lang="en-GB"/>
              <a:t> 30 keyframes enforced to prevent self-matches</a:t>
            </a:r>
            <a:endParaRPr/>
          </a:p>
          <a:p>
            <a:pPr indent="0" lvl="0" marL="0" rtl="0" algn="l">
              <a:lnSpc>
                <a:spcPct val="115000"/>
              </a:lnSpc>
              <a:spcBef>
                <a:spcPts val="1200"/>
              </a:spcBef>
              <a:spcAft>
                <a:spcPts val="0"/>
              </a:spcAft>
              <a:buNone/>
            </a:pPr>
            <a:r>
              <a:t/>
            </a:r>
            <a:endParaRPr/>
          </a:p>
          <a:p>
            <a:pPr indent="-342900" lvl="0" marL="457200" rtl="0" algn="l">
              <a:lnSpc>
                <a:spcPct val="115000"/>
              </a:lnSpc>
              <a:spcBef>
                <a:spcPts val="1200"/>
              </a:spcBef>
              <a:spcAft>
                <a:spcPts val="0"/>
              </a:spcAft>
              <a:buSzPts val="1800"/>
              <a:buFont typeface="Arial"/>
              <a:buChar char="●"/>
            </a:pPr>
            <a:r>
              <a:rPr b="1" lang="en-GB"/>
              <a:t>Proximity gate:</a:t>
            </a:r>
            <a:r>
              <a:rPr lang="en-GB"/>
              <a:t> 3 m Cartesian threshold before descriptor computation is even attempted</a:t>
            </a:r>
            <a:endParaRPr/>
          </a:p>
          <a:p>
            <a:pPr indent="0" lvl="0" marL="0" rtl="0" algn="l">
              <a:lnSpc>
                <a:spcPct val="115000"/>
              </a:lnSpc>
              <a:spcBef>
                <a:spcPts val="1200"/>
              </a:spcBef>
              <a:spcAft>
                <a:spcPts val="0"/>
              </a:spcAft>
              <a:buNone/>
            </a:pPr>
            <a:r>
              <a:t/>
            </a:r>
            <a:endParaRPr/>
          </a:p>
          <a:p>
            <a:pPr indent="-342900" lvl="0" marL="457200" rtl="0" algn="l">
              <a:lnSpc>
                <a:spcPct val="115000"/>
              </a:lnSpc>
              <a:spcBef>
                <a:spcPts val="1200"/>
              </a:spcBef>
              <a:spcAft>
                <a:spcPts val="0"/>
              </a:spcAft>
              <a:buSzPts val="1800"/>
              <a:buFont typeface="Arial"/>
              <a:buChar char="●"/>
            </a:pPr>
            <a:r>
              <a:rPr b="1" lang="en-GB"/>
              <a:t>Cap of 10 loop closures</a:t>
            </a:r>
            <a:r>
              <a:rPr lang="en-GB"/>
              <a:t> per run to limit risk of false positives in bad environments e.g long corridors</a:t>
            </a:r>
            <a:endParaRPr sz="3200"/>
          </a:p>
          <a:p>
            <a:pPr indent="0" lvl="0" marL="457200" rtl="0" algn="l">
              <a:lnSpc>
                <a:spcPct val="100000"/>
              </a:lnSpc>
              <a:spcBef>
                <a:spcPts val="120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9"/>
          <p:cNvSpPr txBox="1"/>
          <p:nvPr>
            <p:ph type="ctrTitle"/>
          </p:nvPr>
        </p:nvSpPr>
        <p:spPr>
          <a:xfrm>
            <a:off x="1354138" y="409575"/>
            <a:ext cx="5965200" cy="1242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Arial"/>
              <a:buNone/>
            </a:pPr>
            <a:r>
              <a:rPr lang="en-GB"/>
              <a:t>Graph Optimisation </a:t>
            </a:r>
            <a:endParaRPr/>
          </a:p>
        </p:txBody>
      </p:sp>
      <p:pic>
        <p:nvPicPr>
          <p:cNvPr id="369" name="Google Shape;369;p49" title="FactorGraphCorrected.png"/>
          <p:cNvPicPr preferRelativeResize="0"/>
          <p:nvPr/>
        </p:nvPicPr>
        <p:blipFill>
          <a:blip r:embed="rId3">
            <a:alphaModFix/>
          </a:blip>
          <a:stretch>
            <a:fillRect/>
          </a:stretch>
        </p:blipFill>
        <p:spPr>
          <a:xfrm>
            <a:off x="4667450" y="1419225"/>
            <a:ext cx="7231324" cy="4230051"/>
          </a:xfrm>
          <a:prstGeom prst="rect">
            <a:avLst/>
          </a:prstGeom>
          <a:noFill/>
          <a:ln>
            <a:noFill/>
          </a:ln>
        </p:spPr>
      </p:pic>
      <p:sp>
        <p:nvSpPr>
          <p:cNvPr id="370" name="Google Shape;370;p49"/>
          <p:cNvSpPr txBox="1"/>
          <p:nvPr>
            <p:ph idx="1" type="body"/>
          </p:nvPr>
        </p:nvSpPr>
        <p:spPr>
          <a:xfrm>
            <a:off x="911450" y="1419225"/>
            <a:ext cx="3756000" cy="4861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t/>
            </a:r>
            <a:endParaRPr b="1"/>
          </a:p>
          <a:p>
            <a:pPr indent="-298450" lvl="0" marL="457200" rtl="0" algn="l">
              <a:lnSpc>
                <a:spcPct val="115000"/>
              </a:lnSpc>
              <a:spcBef>
                <a:spcPts val="1200"/>
              </a:spcBef>
              <a:spcAft>
                <a:spcPts val="0"/>
              </a:spcAft>
              <a:buSzPts val="1100"/>
              <a:buFont typeface="Arial"/>
              <a:buChar char="●"/>
            </a:pPr>
            <a:r>
              <a:rPr b="1" lang="en-GB"/>
              <a:t>Node:</a:t>
            </a:r>
            <a:r>
              <a:rPr lang="en-GB"/>
              <a:t> robot pose (x, y, theta)  </a:t>
            </a:r>
            <a:endParaRPr b="1"/>
          </a:p>
          <a:p>
            <a:pPr indent="-298450" lvl="0" marL="457200" rtl="0" algn="l">
              <a:lnSpc>
                <a:spcPct val="115000"/>
              </a:lnSpc>
              <a:spcBef>
                <a:spcPts val="0"/>
              </a:spcBef>
              <a:spcAft>
                <a:spcPts val="0"/>
              </a:spcAft>
              <a:buSzPts val="1100"/>
              <a:buFont typeface="Arial"/>
              <a:buChar char="●"/>
            </a:pPr>
            <a:r>
              <a:rPr b="1" lang="en-GB"/>
              <a:t>Odometry Factor: </a:t>
            </a:r>
            <a:r>
              <a:rPr lang="en-GB"/>
              <a:t>encodes the rotation and translation between current and next robot pose (from ICP) </a:t>
            </a:r>
            <a:endParaRPr b="1"/>
          </a:p>
          <a:p>
            <a:pPr indent="-298450" lvl="0" marL="457200" rtl="0" algn="l">
              <a:lnSpc>
                <a:spcPct val="115000"/>
              </a:lnSpc>
              <a:spcBef>
                <a:spcPts val="0"/>
              </a:spcBef>
              <a:spcAft>
                <a:spcPts val="0"/>
              </a:spcAft>
              <a:buSzPts val="1100"/>
              <a:buFont typeface="Arial"/>
              <a:buChar char="●"/>
            </a:pPr>
            <a:r>
              <a:rPr b="1" lang="en-GB"/>
              <a:t>Loop Closure Factor:</a:t>
            </a:r>
            <a:r>
              <a:rPr lang="en-GB"/>
              <a:t> hard constraint that both robot poses are the same </a:t>
            </a:r>
            <a:endParaRPr b="1"/>
          </a:p>
          <a:p>
            <a:pPr indent="-298450" lvl="0" marL="457200" rtl="0" algn="l">
              <a:lnSpc>
                <a:spcPct val="115000"/>
              </a:lnSpc>
              <a:spcBef>
                <a:spcPts val="0"/>
              </a:spcBef>
              <a:spcAft>
                <a:spcPts val="0"/>
              </a:spcAft>
              <a:buSzPts val="1100"/>
              <a:buFont typeface="Arial"/>
              <a:buChar char="●"/>
            </a:pPr>
            <a:r>
              <a:rPr b="1" lang="en-GB"/>
              <a:t>Levenberg-</a:t>
            </a:r>
            <a:r>
              <a:rPr b="1" lang="en-GB"/>
              <a:t>Marquardt</a:t>
            </a:r>
            <a:r>
              <a:rPr b="1" lang="en-GB"/>
              <a:t>: </a:t>
            </a:r>
            <a:r>
              <a:rPr lang="en-GB"/>
              <a:t>optimisation called for every loop closure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0"/>
          <p:cNvSpPr txBox="1"/>
          <p:nvPr>
            <p:ph type="ctrTitle"/>
          </p:nvPr>
        </p:nvSpPr>
        <p:spPr>
          <a:xfrm>
            <a:off x="1354157" y="409575"/>
            <a:ext cx="9659400" cy="1242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GB"/>
              <a:t>LiDAR Results - Quantitative</a:t>
            </a:r>
            <a:endParaRPr/>
          </a:p>
        </p:txBody>
      </p:sp>
      <p:pic>
        <p:nvPicPr>
          <p:cNvPr id="377" name="Google Shape;377;p50" title="QuantResults.png"/>
          <p:cNvPicPr preferRelativeResize="0"/>
          <p:nvPr/>
        </p:nvPicPr>
        <p:blipFill>
          <a:blip r:embed="rId3">
            <a:alphaModFix/>
          </a:blip>
          <a:stretch>
            <a:fillRect/>
          </a:stretch>
        </p:blipFill>
        <p:spPr>
          <a:xfrm>
            <a:off x="1354150" y="1187700"/>
            <a:ext cx="10015002" cy="47238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1"/>
          <p:cNvSpPr txBox="1"/>
          <p:nvPr>
            <p:ph type="ctrTitle"/>
          </p:nvPr>
        </p:nvSpPr>
        <p:spPr>
          <a:xfrm>
            <a:off x="1354138" y="409575"/>
            <a:ext cx="5965200" cy="1242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GB"/>
              <a:t>Results - Classroom</a:t>
            </a:r>
            <a:endParaRPr/>
          </a:p>
        </p:txBody>
      </p:sp>
      <p:pic>
        <p:nvPicPr>
          <p:cNvPr id="384" name="Google Shape;384;p51" title="classroom_no_loop_closure.png"/>
          <p:cNvPicPr preferRelativeResize="0"/>
          <p:nvPr>
            <p:ph idx="2" type="pic"/>
          </p:nvPr>
        </p:nvPicPr>
        <p:blipFill rotWithShape="1">
          <a:blip r:embed="rId3">
            <a:alphaModFix/>
          </a:blip>
          <a:srcRect b="9645" l="0" r="0" t="9645"/>
          <a:stretch/>
        </p:blipFill>
        <p:spPr>
          <a:xfrm>
            <a:off x="1354150" y="1651884"/>
            <a:ext cx="5070899" cy="4092902"/>
          </a:xfrm>
          <a:prstGeom prst="rect">
            <a:avLst/>
          </a:prstGeom>
        </p:spPr>
      </p:pic>
      <p:pic>
        <p:nvPicPr>
          <p:cNvPr id="385" name="Google Shape;385;p51" title="classroom_loop_closure.png"/>
          <p:cNvPicPr preferRelativeResize="0"/>
          <p:nvPr>
            <p:ph idx="3" type="pic"/>
          </p:nvPr>
        </p:nvPicPr>
        <p:blipFill rotWithShape="1">
          <a:blip r:embed="rId4">
            <a:alphaModFix/>
          </a:blip>
          <a:srcRect b="9645" l="0" r="0" t="9645"/>
          <a:stretch/>
        </p:blipFill>
        <p:spPr>
          <a:xfrm>
            <a:off x="6608275" y="1651884"/>
            <a:ext cx="5070899" cy="409290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pic>
        <p:nvPicPr>
          <p:cNvPr id="391" name="Google Shape;391;p52" title="classroom_map_points_loop_closure.mp4">
            <a:hlinkClick r:id="rId3"/>
          </p:cNvPr>
          <p:cNvPicPr preferRelativeResize="0"/>
          <p:nvPr/>
        </p:nvPicPr>
        <p:blipFill>
          <a:blip r:embed="rId4">
            <a:alphaModFix/>
          </a:blip>
          <a:stretch>
            <a:fillRect/>
          </a:stretch>
        </p:blipFill>
        <p:spPr>
          <a:xfrm>
            <a:off x="819550" y="543800"/>
            <a:ext cx="5276449" cy="5276449"/>
          </a:xfrm>
          <a:prstGeom prst="rect">
            <a:avLst/>
          </a:prstGeom>
          <a:noFill/>
          <a:ln>
            <a:noFill/>
          </a:ln>
        </p:spPr>
      </p:pic>
      <p:pic>
        <p:nvPicPr>
          <p:cNvPr id="392" name="Google Shape;392;p52" title="classroom_occupancy_loop_closure.mp4">
            <a:hlinkClick r:id="rId5"/>
          </p:cNvPr>
          <p:cNvPicPr preferRelativeResize="0"/>
          <p:nvPr/>
        </p:nvPicPr>
        <p:blipFill>
          <a:blip r:embed="rId6">
            <a:alphaModFix/>
          </a:blip>
          <a:stretch>
            <a:fillRect/>
          </a:stretch>
        </p:blipFill>
        <p:spPr>
          <a:xfrm>
            <a:off x="6667026" y="543800"/>
            <a:ext cx="5276449" cy="52764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1000"/>
                                        <p:tgtEl>
                                          <p:spTgt spid="391"/>
                                        </p:tgtEl>
                                      </p:cBhvr>
                                    </p:animEffect>
                                  </p:childTnLst>
                                </p:cTn>
                              </p:par>
                              <p:par>
                                <p:cTn fill="hold" nodeType="withEffect" presetClass="entr" presetID="10" presetSubtype="0">
                                  <p:stCondLst>
                                    <p:cond delay="0"/>
                                  </p:stCondLst>
                                  <p:childTnLst>
                                    <p:set>
                                      <p:cBhvr>
                                        <p:cTn dur="1" fill="hold">
                                          <p:stCondLst>
                                            <p:cond delay="0"/>
                                          </p:stCondLst>
                                        </p:cTn>
                                        <p:tgtEl>
                                          <p:spTgt spid="392"/>
                                        </p:tgtEl>
                                        <p:attrNameLst>
                                          <p:attrName>style.visibility</p:attrName>
                                        </p:attrNameLst>
                                      </p:cBhvr>
                                      <p:to>
                                        <p:strVal val="visible"/>
                                      </p:to>
                                    </p:set>
                                    <p:animEffect filter="fade" transition="in">
                                      <p:cBhvr>
                                        <p:cTn dur="1000"/>
                                        <p:tgtEl>
                                          <p:spTgt spid="3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53"/>
          <p:cNvSpPr txBox="1"/>
          <p:nvPr>
            <p:ph type="ctrTitle"/>
          </p:nvPr>
        </p:nvSpPr>
        <p:spPr>
          <a:xfrm>
            <a:off x="1354138" y="409575"/>
            <a:ext cx="5965200" cy="1242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GB"/>
              <a:t>Results - Marshgate Level 7 </a:t>
            </a:r>
            <a:endParaRPr/>
          </a:p>
        </p:txBody>
      </p:sp>
      <p:pic>
        <p:nvPicPr>
          <p:cNvPr id="399" name="Google Shape;399;p53" title="level7_no_loop_closure.png"/>
          <p:cNvPicPr preferRelativeResize="0"/>
          <p:nvPr>
            <p:ph idx="2" type="pic"/>
          </p:nvPr>
        </p:nvPicPr>
        <p:blipFill rotWithShape="1">
          <a:blip r:embed="rId3">
            <a:alphaModFix/>
          </a:blip>
          <a:srcRect b="11343" l="0" r="0" t="11335"/>
          <a:stretch/>
        </p:blipFill>
        <p:spPr>
          <a:xfrm>
            <a:off x="1354150" y="2046458"/>
            <a:ext cx="5070899" cy="3920998"/>
          </a:xfrm>
          <a:prstGeom prst="rect">
            <a:avLst/>
          </a:prstGeom>
        </p:spPr>
      </p:pic>
      <p:pic>
        <p:nvPicPr>
          <p:cNvPr id="400" name="Google Shape;400;p53" title="level7_loop_closure.png"/>
          <p:cNvPicPr preferRelativeResize="0"/>
          <p:nvPr>
            <p:ph idx="3" type="pic"/>
          </p:nvPr>
        </p:nvPicPr>
        <p:blipFill rotWithShape="1">
          <a:blip r:embed="rId4">
            <a:alphaModFix/>
          </a:blip>
          <a:srcRect b="11343" l="0" r="0" t="11335"/>
          <a:stretch/>
        </p:blipFill>
        <p:spPr>
          <a:xfrm>
            <a:off x="6686375" y="2046458"/>
            <a:ext cx="5070899" cy="392099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pic>
        <p:nvPicPr>
          <p:cNvPr id="406" name="Google Shape;406;p54" title="level7_map_points_loop_closure.mp4">
            <a:hlinkClick r:id="rId3"/>
          </p:cNvPr>
          <p:cNvPicPr preferRelativeResize="0"/>
          <p:nvPr/>
        </p:nvPicPr>
        <p:blipFill>
          <a:blip r:embed="rId4">
            <a:alphaModFix/>
          </a:blip>
          <a:stretch>
            <a:fillRect/>
          </a:stretch>
        </p:blipFill>
        <p:spPr>
          <a:xfrm>
            <a:off x="661675" y="409575"/>
            <a:ext cx="5434324" cy="5434324"/>
          </a:xfrm>
          <a:prstGeom prst="rect">
            <a:avLst/>
          </a:prstGeom>
          <a:noFill/>
          <a:ln>
            <a:noFill/>
          </a:ln>
        </p:spPr>
      </p:pic>
      <p:pic>
        <p:nvPicPr>
          <p:cNvPr id="407" name="Google Shape;407;p54" title="level7_occupancy_loop_closure.mp4">
            <a:hlinkClick r:id="rId5"/>
          </p:cNvPr>
          <p:cNvPicPr preferRelativeResize="0"/>
          <p:nvPr/>
        </p:nvPicPr>
        <p:blipFill>
          <a:blip r:embed="rId6">
            <a:alphaModFix/>
          </a:blip>
          <a:stretch>
            <a:fillRect/>
          </a:stretch>
        </p:blipFill>
        <p:spPr>
          <a:xfrm>
            <a:off x="6220462" y="409575"/>
            <a:ext cx="5434324" cy="54343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06"/>
                                        </p:tgtEl>
                                        <p:attrNameLst>
                                          <p:attrName>style.visibility</p:attrName>
                                        </p:attrNameLst>
                                      </p:cBhvr>
                                      <p:to>
                                        <p:strVal val="visible"/>
                                      </p:to>
                                    </p:set>
                                    <p:animEffect filter="fade" transition="in">
                                      <p:cBhvr>
                                        <p:cTn dur="1000"/>
                                        <p:tgtEl>
                                          <p:spTgt spid="406"/>
                                        </p:tgtEl>
                                      </p:cBhvr>
                                    </p:animEffect>
                                  </p:childTnLst>
                                </p:cTn>
                              </p:par>
                              <p:par>
                                <p:cTn fill="hold" nodeType="with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1000"/>
                                        <p:tgtEl>
                                          <p:spTgt spid="4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55"/>
          <p:cNvSpPr txBox="1"/>
          <p:nvPr>
            <p:ph type="ctrTitle"/>
          </p:nvPr>
        </p:nvSpPr>
        <p:spPr>
          <a:xfrm>
            <a:off x="1354138" y="409575"/>
            <a:ext cx="5965200" cy="1242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GB"/>
              <a:t>Results - Riverside Cafe</a:t>
            </a:r>
            <a:endParaRPr/>
          </a:p>
        </p:txBody>
      </p:sp>
      <p:pic>
        <p:nvPicPr>
          <p:cNvPr id="414" name="Google Shape;414;p55" title="riverside_no_loop_closure.png"/>
          <p:cNvPicPr preferRelativeResize="0"/>
          <p:nvPr>
            <p:ph idx="2" type="pic"/>
          </p:nvPr>
        </p:nvPicPr>
        <p:blipFill rotWithShape="1">
          <a:blip r:embed="rId3">
            <a:alphaModFix/>
          </a:blip>
          <a:srcRect b="12569" l="0" r="0" t="12569"/>
          <a:stretch/>
        </p:blipFill>
        <p:spPr>
          <a:xfrm>
            <a:off x="1354150" y="2046458"/>
            <a:ext cx="5070899" cy="3796198"/>
          </a:xfrm>
          <a:prstGeom prst="rect">
            <a:avLst/>
          </a:prstGeom>
        </p:spPr>
      </p:pic>
      <p:pic>
        <p:nvPicPr>
          <p:cNvPr id="415" name="Google Shape;415;p55" title="riverside_loop_closure.png"/>
          <p:cNvPicPr preferRelativeResize="0"/>
          <p:nvPr>
            <p:ph idx="3" type="pic"/>
          </p:nvPr>
        </p:nvPicPr>
        <p:blipFill rotWithShape="1">
          <a:blip r:embed="rId4">
            <a:alphaModFix/>
          </a:blip>
          <a:srcRect b="12569" l="0" r="0" t="12569"/>
          <a:stretch/>
        </p:blipFill>
        <p:spPr>
          <a:xfrm>
            <a:off x="6686375" y="2046457"/>
            <a:ext cx="5070899" cy="379619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pic>
        <p:nvPicPr>
          <p:cNvPr id="421" name="Google Shape;421;p56" title="riverside_map_points_loop_closure.mp4">
            <a:hlinkClick r:id="rId3"/>
          </p:cNvPr>
          <p:cNvPicPr preferRelativeResize="0"/>
          <p:nvPr/>
        </p:nvPicPr>
        <p:blipFill>
          <a:blip r:embed="rId4">
            <a:alphaModFix/>
          </a:blip>
          <a:stretch>
            <a:fillRect/>
          </a:stretch>
        </p:blipFill>
        <p:spPr>
          <a:xfrm>
            <a:off x="476463" y="443038"/>
            <a:ext cx="5549475" cy="5549475"/>
          </a:xfrm>
          <a:prstGeom prst="rect">
            <a:avLst/>
          </a:prstGeom>
          <a:noFill/>
          <a:ln>
            <a:noFill/>
          </a:ln>
        </p:spPr>
      </p:pic>
      <p:pic>
        <p:nvPicPr>
          <p:cNvPr id="422" name="Google Shape;422;p56" title="riverside_occupancy_loop_closure.mp4">
            <a:hlinkClick r:id="rId5"/>
          </p:cNvPr>
          <p:cNvPicPr preferRelativeResize="0"/>
          <p:nvPr/>
        </p:nvPicPr>
        <p:blipFill>
          <a:blip r:embed="rId6">
            <a:alphaModFix/>
          </a:blip>
          <a:stretch>
            <a:fillRect/>
          </a:stretch>
        </p:blipFill>
        <p:spPr>
          <a:xfrm>
            <a:off x="6404649" y="476500"/>
            <a:ext cx="5482553" cy="548255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21"/>
                                        </p:tgtEl>
                                        <p:attrNameLst>
                                          <p:attrName>style.visibility</p:attrName>
                                        </p:attrNameLst>
                                      </p:cBhvr>
                                      <p:to>
                                        <p:strVal val="visible"/>
                                      </p:to>
                                    </p:set>
                                    <p:animEffect filter="fade" transition="in">
                                      <p:cBhvr>
                                        <p:cTn dur="1000"/>
                                        <p:tgtEl>
                                          <p:spTgt spid="421"/>
                                        </p:tgtEl>
                                      </p:cBhvr>
                                    </p:animEffect>
                                  </p:childTnLst>
                                </p:cTn>
                              </p:par>
                              <p:par>
                                <p:cTn fill="hold" nodeType="withEffect" presetClass="entr" presetID="10" presetSubtype="0">
                                  <p:stCondLst>
                                    <p:cond delay="0"/>
                                  </p:stCondLst>
                                  <p:childTnLst>
                                    <p:set>
                                      <p:cBhvr>
                                        <p:cTn dur="1" fill="hold">
                                          <p:stCondLst>
                                            <p:cond delay="0"/>
                                          </p:stCondLst>
                                        </p:cTn>
                                        <p:tgtEl>
                                          <p:spTgt spid="422"/>
                                        </p:tgtEl>
                                        <p:attrNameLst>
                                          <p:attrName>style.visibility</p:attrName>
                                        </p:attrNameLst>
                                      </p:cBhvr>
                                      <p:to>
                                        <p:strVal val="visible"/>
                                      </p:to>
                                    </p:set>
                                    <p:animEffect filter="fade" transition="in">
                                      <p:cBhvr>
                                        <p:cTn dur="1000"/>
                                        <p:tgtEl>
                                          <p:spTgt spid="4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7"/>
          <p:cNvSpPr txBox="1"/>
          <p:nvPr>
            <p:ph type="ctrTitle"/>
          </p:nvPr>
        </p:nvSpPr>
        <p:spPr>
          <a:xfrm>
            <a:off x="1354153" y="409575"/>
            <a:ext cx="7458000" cy="1242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GB"/>
              <a:t>Limitations - Bartlett Art Center</a:t>
            </a:r>
            <a:endParaRPr/>
          </a:p>
        </p:txBody>
      </p:sp>
      <p:pic>
        <p:nvPicPr>
          <p:cNvPr id="429" name="Google Shape;429;p57" title="bartlett_loop_closure.png"/>
          <p:cNvPicPr preferRelativeResize="0"/>
          <p:nvPr>
            <p:ph idx="3" type="pic"/>
          </p:nvPr>
        </p:nvPicPr>
        <p:blipFill rotWithShape="1">
          <a:blip r:embed="rId3">
            <a:alphaModFix/>
          </a:blip>
          <a:srcRect b="12185" l="0" r="0" t="12178"/>
          <a:stretch/>
        </p:blipFill>
        <p:spPr>
          <a:xfrm>
            <a:off x="6709950" y="1511258"/>
            <a:ext cx="5070899" cy="3835500"/>
          </a:xfrm>
          <a:prstGeom prst="rect">
            <a:avLst/>
          </a:prstGeom>
        </p:spPr>
      </p:pic>
      <p:pic>
        <p:nvPicPr>
          <p:cNvPr id="430" name="Google Shape;430;p57" title="bartlett.png"/>
          <p:cNvPicPr preferRelativeResize="0"/>
          <p:nvPr/>
        </p:nvPicPr>
        <p:blipFill rotWithShape="1">
          <a:blip r:embed="rId4">
            <a:alphaModFix/>
          </a:blip>
          <a:srcRect b="15519" l="0" r="0" t="0"/>
          <a:stretch/>
        </p:blipFill>
        <p:spPr>
          <a:xfrm>
            <a:off x="1212325" y="1511250"/>
            <a:ext cx="4946074" cy="2365250"/>
          </a:xfrm>
          <a:prstGeom prst="rect">
            <a:avLst/>
          </a:prstGeom>
          <a:noFill/>
          <a:ln>
            <a:noFill/>
          </a:ln>
        </p:spPr>
      </p:pic>
      <p:sp>
        <p:nvSpPr>
          <p:cNvPr id="431" name="Google Shape;431;p57"/>
          <p:cNvSpPr txBox="1"/>
          <p:nvPr>
            <p:ph idx="1" type="body"/>
          </p:nvPr>
        </p:nvSpPr>
        <p:spPr>
          <a:xfrm>
            <a:off x="1087500" y="4021325"/>
            <a:ext cx="5070900" cy="21303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0"/>
              </a:spcBef>
              <a:spcAft>
                <a:spcPts val="0"/>
              </a:spcAft>
              <a:buSzPts val="1800"/>
              <a:buChar char="●"/>
            </a:pPr>
            <a:r>
              <a:rPr lang="en-GB"/>
              <a:t>Not enough useful objects to </a:t>
            </a:r>
            <a:r>
              <a:rPr lang="en-GB"/>
              <a:t>bounce</a:t>
            </a:r>
            <a:r>
              <a:rPr lang="en-GB"/>
              <a:t> the LiDAR back on within short range - only slender chair legs, repetitive walls</a:t>
            </a:r>
            <a:endParaRPr/>
          </a:p>
          <a:p>
            <a:pPr indent="0" lvl="0" marL="0" rtl="0" algn="l">
              <a:lnSpc>
                <a:spcPct val="100000"/>
              </a:lnSpc>
              <a:spcBef>
                <a:spcPts val="0"/>
              </a:spcBef>
              <a:spcAft>
                <a:spcPts val="0"/>
              </a:spcAft>
              <a:buNone/>
            </a:pPr>
            <a:r>
              <a:t/>
            </a:r>
            <a:endParaRPr/>
          </a:p>
          <a:p>
            <a:pPr indent="-342900" lvl="0" marL="457200" rtl="0" algn="l">
              <a:lnSpc>
                <a:spcPct val="100000"/>
              </a:lnSpc>
              <a:spcBef>
                <a:spcPts val="0"/>
              </a:spcBef>
              <a:spcAft>
                <a:spcPts val="0"/>
              </a:spcAft>
              <a:buSzPts val="1800"/>
              <a:buChar char="●"/>
            </a:pPr>
            <a:r>
              <a:rPr lang="en-GB"/>
              <a:t>Presence of </a:t>
            </a:r>
            <a:r>
              <a:rPr lang="en-GB"/>
              <a:t>reflective</a:t>
            </a:r>
            <a:r>
              <a:rPr lang="en-GB"/>
              <a:t> floor to ceiling windows on one side of the trajectory </a:t>
            </a:r>
            <a:endParaRPr/>
          </a:p>
          <a:p>
            <a:pPr indent="0" lvl="0" marL="0" rtl="0" algn="l">
              <a:lnSpc>
                <a:spcPct val="100000"/>
              </a:lnSpc>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UCL Instructions - Core Brand ">
  <a:themeElements>
    <a:clrScheme name="UCL Colours Theme">
      <a:dk1>
        <a:srgbClr val="000000"/>
      </a:dk1>
      <a:lt1>
        <a:srgbClr val="FAFAFA"/>
      </a:lt1>
      <a:dk2>
        <a:srgbClr val="000000"/>
      </a:dk2>
      <a:lt2>
        <a:srgbClr val="E8E8E8"/>
      </a:lt2>
      <a:accent1>
        <a:srgbClr val="3A1857"/>
      </a:accent1>
      <a:accent2>
        <a:srgbClr val="993AFF"/>
      </a:accent2>
      <a:accent3>
        <a:srgbClr val="B982FF"/>
      </a:accent3>
      <a:accent4>
        <a:srgbClr val="DDBDFF"/>
      </a:accent4>
      <a:accent5>
        <a:srgbClr val="EEDEFF"/>
      </a:accent5>
      <a:accent6>
        <a:srgbClr val="30D6FF"/>
      </a:accent6>
      <a:hlink>
        <a:srgbClr val="3A1857"/>
      </a:hlink>
      <a:folHlink>
        <a:srgbClr val="993A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UCL Slides templates - Simple theme">
  <a:themeElements>
    <a:clrScheme name="UCL Colours Theme">
      <a:dk1>
        <a:srgbClr val="000000"/>
      </a:dk1>
      <a:lt1>
        <a:srgbClr val="FAFAFA"/>
      </a:lt1>
      <a:dk2>
        <a:srgbClr val="000000"/>
      </a:dk2>
      <a:lt2>
        <a:srgbClr val="E8E8E8"/>
      </a:lt2>
      <a:accent1>
        <a:srgbClr val="3A1857"/>
      </a:accent1>
      <a:accent2>
        <a:srgbClr val="993AFF"/>
      </a:accent2>
      <a:accent3>
        <a:srgbClr val="B982FF"/>
      </a:accent3>
      <a:accent4>
        <a:srgbClr val="DDBDFF"/>
      </a:accent4>
      <a:accent5>
        <a:srgbClr val="EEDEFF"/>
      </a:accent5>
      <a:accent6>
        <a:srgbClr val="30D6FF"/>
      </a:accent6>
      <a:hlink>
        <a:srgbClr val="3A1857"/>
      </a:hlink>
      <a:folHlink>
        <a:srgbClr val="993A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UCL Slides templates - Complex design theme">
  <a:themeElements>
    <a:clrScheme name="UCL Colours Theme">
      <a:dk1>
        <a:srgbClr val="000000"/>
      </a:dk1>
      <a:lt1>
        <a:srgbClr val="FAFAFA"/>
      </a:lt1>
      <a:dk2>
        <a:srgbClr val="000000"/>
      </a:dk2>
      <a:lt2>
        <a:srgbClr val="E8E8E8"/>
      </a:lt2>
      <a:accent1>
        <a:srgbClr val="3A1857"/>
      </a:accent1>
      <a:accent2>
        <a:srgbClr val="993AFF"/>
      </a:accent2>
      <a:accent3>
        <a:srgbClr val="B982FF"/>
      </a:accent3>
      <a:accent4>
        <a:srgbClr val="DDBDFF"/>
      </a:accent4>
      <a:accent5>
        <a:srgbClr val="EEDEFF"/>
      </a:accent5>
      <a:accent6>
        <a:srgbClr val="30D6FF"/>
      </a:accent6>
      <a:hlink>
        <a:srgbClr val="3A1857"/>
      </a:hlink>
      <a:folHlink>
        <a:srgbClr val="993A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